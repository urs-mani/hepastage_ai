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handoutMasterIdLst>
    <p:handoutMasterId r:id="rId19"/>
  </p:handoutMasterIdLst>
  <p:sldIdLst>
    <p:sldId id="273" r:id="rId2"/>
    <p:sldId id="438" r:id="rId3"/>
    <p:sldId id="575" r:id="rId4"/>
    <p:sldId id="578" r:id="rId5"/>
    <p:sldId id="594" r:id="rId6"/>
    <p:sldId id="581" r:id="rId7"/>
    <p:sldId id="582" r:id="rId8"/>
    <p:sldId id="590" r:id="rId9"/>
    <p:sldId id="583" r:id="rId10"/>
    <p:sldId id="584" r:id="rId11"/>
    <p:sldId id="595" r:id="rId12"/>
    <p:sldId id="587" r:id="rId13"/>
    <p:sldId id="588" r:id="rId14"/>
    <p:sldId id="519" r:id="rId15"/>
    <p:sldId id="589" r:id="rId16"/>
    <p:sldId id="576" r:id="rId17"/>
  </p:sldIdLst>
  <p:sldSz cx="10620375" cy="7775575"/>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0E3F"/>
    <a:srgbClr val="E20ED8"/>
    <a:srgbClr val="F777C3"/>
    <a:srgbClr val="EF11CF"/>
    <a:srgbClr val="BD73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7971" autoAdjust="0"/>
  </p:normalViewPr>
  <p:slideViewPr>
    <p:cSldViewPr>
      <p:cViewPr varScale="1">
        <p:scale>
          <a:sx n="69" d="100"/>
          <a:sy n="69" d="100"/>
        </p:scale>
        <p:origin x="1541"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8C7DE0A-8FF6-48C1-AC37-0BBA95024080}" type="datetimeFigureOut">
              <a:rPr lang="en-US" smtClean="0"/>
              <a:pPr/>
              <a:t>4/25/2026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ICHWAM 2014</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03BC5FC-7743-4605-9CFF-2D07F134ADB3}"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F8BB5-EABF-4B08-AD6E-F540164FFDE2}" type="datetimeFigureOut">
              <a:rPr lang="en-US" smtClean="0"/>
              <a:pPr/>
              <a:t>4/25/2026</a:t>
            </a:fld>
            <a:endParaRPr lang="en-US"/>
          </a:p>
        </p:txBody>
      </p:sp>
      <p:sp>
        <p:nvSpPr>
          <p:cNvPr id="4" name="Slide Image Placeholder 3"/>
          <p:cNvSpPr>
            <a:spLocks noGrp="1" noRot="1" noChangeAspect="1"/>
          </p:cNvSpPr>
          <p:nvPr>
            <p:ph type="sldImg" idx="2"/>
          </p:nvPr>
        </p:nvSpPr>
        <p:spPr>
          <a:xfrm>
            <a:off x="1087438" y="685800"/>
            <a:ext cx="46831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ICHWAM 2014</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320DA5-A4A2-4290-A626-C7E05375A59E}" type="slidenum">
              <a:rPr lang="en-US" smtClean="0"/>
              <a:pPr/>
              <a:t>‹#›</a:t>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5" y="3"/>
            <a:ext cx="10620375" cy="7775575"/>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2204"/>
          </a:p>
        </p:txBody>
      </p:sp>
      <p:sp useBgFill="1">
        <p:nvSpPr>
          <p:cNvPr id="13" name="Rounded Rectangle 12"/>
          <p:cNvSpPr/>
          <p:nvPr/>
        </p:nvSpPr>
        <p:spPr>
          <a:xfrm>
            <a:off x="75864" y="79093"/>
            <a:ext cx="10468656" cy="758759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2204"/>
          </a:p>
        </p:txBody>
      </p:sp>
      <p:sp>
        <p:nvSpPr>
          <p:cNvPr id="9" name="Subtitle 8"/>
          <p:cNvSpPr>
            <a:spLocks noGrp="1"/>
          </p:cNvSpPr>
          <p:nvPr>
            <p:ph type="subTitle" idx="1"/>
          </p:nvPr>
        </p:nvSpPr>
        <p:spPr>
          <a:xfrm>
            <a:off x="1504553" y="3628603"/>
            <a:ext cx="7434263" cy="1814301"/>
          </a:xfrm>
        </p:spPr>
        <p:txBody>
          <a:bodyPr/>
          <a:lstStyle>
            <a:lvl1pPr marL="0" indent="0" algn="ctr">
              <a:buNone/>
              <a:defRPr sz="3185">
                <a:solidFill>
                  <a:schemeClr val="tx2"/>
                </a:solidFill>
              </a:defRPr>
            </a:lvl1pPr>
            <a:lvl2pPr marL="559972" indent="0" algn="ctr">
              <a:buNone/>
            </a:lvl2pPr>
            <a:lvl3pPr marL="1119940" indent="0" algn="ctr">
              <a:buNone/>
            </a:lvl3pPr>
            <a:lvl4pPr marL="1679911" indent="0" algn="ctr">
              <a:buNone/>
            </a:lvl4pPr>
            <a:lvl5pPr marL="2239883" indent="0" algn="ctr">
              <a:buNone/>
            </a:lvl5pPr>
            <a:lvl6pPr marL="2799853" indent="0" algn="ctr">
              <a:buNone/>
            </a:lvl6pPr>
            <a:lvl7pPr marL="3359823" indent="0" algn="ctr">
              <a:buNone/>
            </a:lvl7pPr>
            <a:lvl8pPr marL="3919792" indent="0" algn="ctr">
              <a:buNone/>
            </a:lvl8pPr>
            <a:lvl9pPr marL="4479764"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EA3E630A-B0DA-41B9-922C-887F23B232A3}" type="datetime1">
              <a:rPr lang="en-US" smtClean="0"/>
              <a:t>4/25/2026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714">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73094" y="1643219"/>
            <a:ext cx="10478139" cy="1731702"/>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10" name="Rectangle 9"/>
          <p:cNvSpPr/>
          <p:nvPr/>
        </p:nvSpPr>
        <p:spPr>
          <a:xfrm>
            <a:off x="73094" y="1583599"/>
            <a:ext cx="10478139" cy="136713"/>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11" name="Rectangle 10"/>
          <p:cNvSpPr/>
          <p:nvPr/>
        </p:nvSpPr>
        <p:spPr>
          <a:xfrm>
            <a:off x="73094" y="3374917"/>
            <a:ext cx="10478139" cy="125321"/>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8" name="Title 7"/>
          <p:cNvSpPr>
            <a:spLocks noGrp="1"/>
          </p:cNvSpPr>
          <p:nvPr>
            <p:ph type="ctrTitle"/>
          </p:nvPr>
        </p:nvSpPr>
        <p:spPr>
          <a:xfrm>
            <a:off x="531024" y="1707425"/>
            <a:ext cx="9558338" cy="1666709"/>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74E2B4D8-5F3A-4C4C-BE73-7CDC444DCF2D}" type="datetime1">
              <a:rPr lang="en-US" smtClean="0"/>
              <a:t>4/25/2026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1062038" y="1641511"/>
            <a:ext cx="9027319" cy="5183716"/>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5" y="3"/>
            <a:ext cx="10620375" cy="7775575"/>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2204"/>
          </a:p>
        </p:txBody>
      </p:sp>
      <p:sp useBgFill="1">
        <p:nvSpPr>
          <p:cNvPr id="10" name="Rounded Rectangle 9"/>
          <p:cNvSpPr/>
          <p:nvPr/>
        </p:nvSpPr>
        <p:spPr>
          <a:xfrm>
            <a:off x="75864" y="79093"/>
            <a:ext cx="10468656" cy="758759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sz="2204"/>
          </a:p>
        </p:txBody>
      </p:sp>
      <p:sp>
        <p:nvSpPr>
          <p:cNvPr id="2" name="Title 1"/>
          <p:cNvSpPr>
            <a:spLocks noGrp="1"/>
          </p:cNvSpPr>
          <p:nvPr>
            <p:ph type="title"/>
          </p:nvPr>
        </p:nvSpPr>
        <p:spPr>
          <a:xfrm>
            <a:off x="838937" y="1079945"/>
            <a:ext cx="9027319" cy="1544316"/>
          </a:xfrm>
        </p:spPr>
        <p:txBody>
          <a:bodyPr anchor="b" anchorCtr="0"/>
          <a:lstStyle>
            <a:lvl1pPr algn="l">
              <a:buNone/>
              <a:defRPr sz="4899" b="0" cap="none"/>
            </a:lvl1pPr>
          </a:lstStyle>
          <a:p>
            <a:r>
              <a:rPr kumimoji="0" lang="en-US"/>
              <a:t>Click to edit Master title style</a:t>
            </a:r>
          </a:p>
        </p:txBody>
      </p:sp>
      <p:sp>
        <p:nvSpPr>
          <p:cNvPr id="3" name="Text Placeholder 2"/>
          <p:cNvSpPr>
            <a:spLocks noGrp="1"/>
          </p:cNvSpPr>
          <p:nvPr>
            <p:ph type="body" idx="1"/>
          </p:nvPr>
        </p:nvSpPr>
        <p:spPr>
          <a:xfrm>
            <a:off x="838937" y="2888843"/>
            <a:ext cx="9027319" cy="1517316"/>
          </a:xfrm>
        </p:spPr>
        <p:txBody>
          <a:bodyPr anchor="t" anchorCtr="0"/>
          <a:lstStyle>
            <a:lvl1pPr marL="0" indent="0">
              <a:buNone/>
              <a:defRPr sz="2939">
                <a:solidFill>
                  <a:schemeClr val="tx1">
                    <a:tint val="75000"/>
                  </a:schemeClr>
                </a:solidFill>
              </a:defRPr>
            </a:lvl1pPr>
            <a:lvl2pPr>
              <a:buNone/>
              <a:defRPr sz="2204">
                <a:solidFill>
                  <a:schemeClr val="tx1">
                    <a:tint val="75000"/>
                  </a:schemeClr>
                </a:solidFill>
              </a:defRPr>
            </a:lvl2pPr>
            <a:lvl3pPr>
              <a:buNone/>
              <a:defRPr sz="1960">
                <a:solidFill>
                  <a:schemeClr val="tx1">
                    <a:tint val="75000"/>
                  </a:schemeClr>
                </a:solidFill>
              </a:defRPr>
            </a:lvl3pPr>
            <a:lvl4pPr>
              <a:buNone/>
              <a:defRPr sz="1714">
                <a:solidFill>
                  <a:schemeClr val="tx1">
                    <a:tint val="75000"/>
                  </a:schemeClr>
                </a:solidFill>
              </a:defRPr>
            </a:lvl4pPr>
            <a:lvl5pPr>
              <a:buNone/>
              <a:defRPr sz="1714">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5E4401C-B2FF-4FBC-8615-06DCDFF460A4}" type="datetime1">
              <a:rPr lang="en-US" smtClean="0"/>
              <a:t>4/25/2026</a:t>
            </a:fld>
            <a:endParaRPr lang="en-US"/>
          </a:p>
        </p:txBody>
      </p:sp>
      <p:sp>
        <p:nvSpPr>
          <p:cNvPr id="5" name="Footer Placeholder 4"/>
          <p:cNvSpPr>
            <a:spLocks noGrp="1"/>
          </p:cNvSpPr>
          <p:nvPr>
            <p:ph type="ftr" sz="quarter" idx="11"/>
          </p:nvPr>
        </p:nvSpPr>
        <p:spPr>
          <a:xfrm>
            <a:off x="929288" y="6998020"/>
            <a:ext cx="4646414" cy="518371"/>
          </a:xfrm>
        </p:spPr>
        <p:txBody>
          <a:bodyPr/>
          <a:lstStyle/>
          <a:p>
            <a:endParaRPr lang="en-US"/>
          </a:p>
        </p:txBody>
      </p:sp>
      <p:sp>
        <p:nvSpPr>
          <p:cNvPr id="7" name="Rectangle 6"/>
          <p:cNvSpPr/>
          <p:nvPr/>
        </p:nvSpPr>
        <p:spPr>
          <a:xfrm flipV="1">
            <a:off x="80625" y="2694844"/>
            <a:ext cx="10468822" cy="1036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8" name="Rectangle 7"/>
          <p:cNvSpPr/>
          <p:nvPr/>
        </p:nvSpPr>
        <p:spPr>
          <a:xfrm>
            <a:off x="80316" y="2654761"/>
            <a:ext cx="10469131" cy="51836"/>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9" name="Rectangle 8"/>
          <p:cNvSpPr/>
          <p:nvPr/>
        </p:nvSpPr>
        <p:spPr>
          <a:xfrm>
            <a:off x="79335" y="2799210"/>
            <a:ext cx="10470106" cy="518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6" name="Slide Number Placeholder 5"/>
          <p:cNvSpPr>
            <a:spLocks noGrp="1"/>
          </p:cNvSpPr>
          <p:nvPr>
            <p:ph type="sldNum" sz="quarter" idx="12"/>
          </p:nvPr>
        </p:nvSpPr>
        <p:spPr>
          <a:xfrm>
            <a:off x="169931" y="7039489"/>
            <a:ext cx="531018" cy="518371"/>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5EBB668B-3DCE-4BFC-86E4-89F07B8D5AC3}"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1062038" y="1641511"/>
            <a:ext cx="4354354" cy="5183716"/>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730577" y="1641511"/>
            <a:ext cx="4354354" cy="5183716"/>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2038" y="309583"/>
            <a:ext cx="9027319" cy="129593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1062042" y="1641510"/>
            <a:ext cx="4336653" cy="863954"/>
          </a:xfrm>
          <a:noFill/>
          <a:ln w="12700" cap="sq" cmpd="sng" algn="ctr">
            <a:noFill/>
            <a:prstDash val="solid"/>
          </a:ln>
        </p:spPr>
        <p:txBody>
          <a:bodyPr lIns="91440" anchor="b" anchorCtr="0">
            <a:noAutofit/>
          </a:bodyPr>
          <a:lstStyle>
            <a:lvl1pPr marL="0" indent="0">
              <a:buNone/>
              <a:defRPr sz="2939" b="1">
                <a:solidFill>
                  <a:schemeClr val="accent1"/>
                </a:solidFill>
                <a:latin typeface="+mj-lt"/>
                <a:ea typeface="+mj-ea"/>
                <a:cs typeface="+mj-cs"/>
              </a:defRPr>
            </a:lvl1pPr>
            <a:lvl2pPr>
              <a:buNone/>
              <a:defRPr sz="2449" b="1"/>
            </a:lvl2pPr>
            <a:lvl3pPr>
              <a:buNone/>
              <a:defRPr sz="2204" b="1"/>
            </a:lvl3pPr>
            <a:lvl4pPr>
              <a:buNone/>
              <a:defRPr sz="1960" b="1"/>
            </a:lvl4pPr>
            <a:lvl5pPr>
              <a:buNone/>
              <a:defRPr sz="196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752708" y="1641510"/>
            <a:ext cx="4336653" cy="863954"/>
          </a:xfrm>
          <a:noFill/>
          <a:ln w="12700" cap="sq" cmpd="sng" algn="ctr">
            <a:noFill/>
            <a:prstDash val="solid"/>
          </a:ln>
        </p:spPr>
        <p:txBody>
          <a:bodyPr lIns="91440" anchor="b" anchorCtr="0">
            <a:noAutofit/>
          </a:bodyPr>
          <a:lstStyle>
            <a:lvl1pPr marL="0" indent="0">
              <a:buNone/>
              <a:defRPr sz="2939" b="1">
                <a:solidFill>
                  <a:schemeClr val="accent1"/>
                </a:solidFill>
                <a:latin typeface="+mj-lt"/>
                <a:ea typeface="+mj-ea"/>
                <a:cs typeface="+mj-cs"/>
              </a:defRPr>
            </a:lvl1pPr>
            <a:lvl2pPr>
              <a:buNone/>
              <a:defRPr sz="2449" b="1"/>
            </a:lvl2pPr>
            <a:lvl3pPr>
              <a:buNone/>
              <a:defRPr sz="2204" b="1"/>
            </a:lvl3pPr>
            <a:lvl4pPr>
              <a:buNone/>
              <a:defRPr sz="1960" b="1"/>
            </a:lvl4pPr>
            <a:lvl5pPr>
              <a:buNone/>
              <a:defRPr sz="196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CD37377E-5E56-4F72-9417-0F9510B67B5D}" type="datetime1">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1062042" y="2548662"/>
            <a:ext cx="4336653" cy="440616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5752708" y="2548662"/>
            <a:ext cx="4336653" cy="440616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430FDF6-4A87-45DE-8A0B-6936B7AA336A}" type="datetime1">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5" y="3"/>
            <a:ext cx="10620375" cy="7775575"/>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useBgFill="1">
        <p:nvSpPr>
          <p:cNvPr id="9" name="Rounded Rectangle 8"/>
          <p:cNvSpPr/>
          <p:nvPr/>
        </p:nvSpPr>
        <p:spPr>
          <a:xfrm>
            <a:off x="74349" y="79091"/>
            <a:ext cx="10468656" cy="758896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2204"/>
          </a:p>
        </p:txBody>
      </p:sp>
      <p:sp>
        <p:nvSpPr>
          <p:cNvPr id="2" name="Title 1"/>
          <p:cNvSpPr>
            <a:spLocks noGrp="1"/>
          </p:cNvSpPr>
          <p:nvPr>
            <p:ph type="title"/>
          </p:nvPr>
        </p:nvSpPr>
        <p:spPr>
          <a:xfrm>
            <a:off x="1062038" y="309583"/>
            <a:ext cx="9027319" cy="1295930"/>
          </a:xfrm>
        </p:spPr>
        <p:txBody>
          <a:bodyPr anchor="b" anchorCtr="0"/>
          <a:lstStyle>
            <a:lvl1pPr algn="l">
              <a:buNone/>
              <a:defRPr sz="4899" b="0"/>
            </a:lvl1pPr>
          </a:lstStyle>
          <a:p>
            <a:r>
              <a:rPr kumimoji="0" lang="en-US"/>
              <a:t>Click to edit Master title style</a:t>
            </a:r>
          </a:p>
        </p:txBody>
      </p:sp>
      <p:sp>
        <p:nvSpPr>
          <p:cNvPr id="3" name="Text Placeholder 2"/>
          <p:cNvSpPr>
            <a:spLocks noGrp="1"/>
          </p:cNvSpPr>
          <p:nvPr>
            <p:ph type="body" idx="2"/>
          </p:nvPr>
        </p:nvSpPr>
        <p:spPr>
          <a:xfrm>
            <a:off x="1062041" y="1814302"/>
            <a:ext cx="2212578" cy="5097322"/>
          </a:xfrm>
        </p:spPr>
        <p:txBody>
          <a:bodyPr/>
          <a:lstStyle>
            <a:lvl1pPr marL="0" indent="0">
              <a:buNone/>
              <a:defRPr sz="2204"/>
            </a:lvl1pPr>
            <a:lvl2pPr>
              <a:buNone/>
              <a:defRPr sz="1471"/>
            </a:lvl2pPr>
            <a:lvl3pPr>
              <a:buNone/>
              <a:defRPr sz="1225"/>
            </a:lvl3pPr>
            <a:lvl4pPr>
              <a:buNone/>
              <a:defRPr sz="1103"/>
            </a:lvl4pPr>
            <a:lvl5pPr>
              <a:buNone/>
              <a:defRPr sz="1103"/>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5459217-383E-4324-81D0-ABBA72D1872D}"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3451624" y="1814302"/>
            <a:ext cx="6637734" cy="5097322"/>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2039" y="5556227"/>
            <a:ext cx="8496300" cy="592169"/>
          </a:xfrm>
        </p:spPr>
        <p:txBody>
          <a:bodyPr anchor="ctr">
            <a:noAutofit/>
          </a:bodyPr>
          <a:lstStyle>
            <a:lvl1pPr algn="l">
              <a:buNone/>
              <a:defRPr sz="3429" b="0"/>
            </a:lvl1pPr>
          </a:lstStyle>
          <a:p>
            <a:r>
              <a:rPr kumimoji="0" lang="en-US"/>
              <a:t>Click to edit Master title style</a:t>
            </a:r>
          </a:p>
        </p:txBody>
      </p:sp>
      <p:sp>
        <p:nvSpPr>
          <p:cNvPr id="4" name="Text Placeholder 3"/>
          <p:cNvSpPr>
            <a:spLocks noGrp="1"/>
          </p:cNvSpPr>
          <p:nvPr>
            <p:ph type="body" sz="half" idx="2"/>
          </p:nvPr>
        </p:nvSpPr>
        <p:spPr>
          <a:xfrm>
            <a:off x="1062039" y="6174457"/>
            <a:ext cx="8496300" cy="777558"/>
          </a:xfrm>
        </p:spPr>
        <p:txBody>
          <a:bodyPr/>
          <a:lstStyle>
            <a:lvl1pPr marL="0" indent="0">
              <a:buFontTx/>
              <a:buNone/>
              <a:defRPr sz="1960"/>
            </a:lvl1pPr>
            <a:lvl2pPr>
              <a:defRPr sz="1471"/>
            </a:lvl2pPr>
            <a:lvl3pPr>
              <a:defRPr sz="1225"/>
            </a:lvl3pPr>
            <a:lvl4pPr>
              <a:defRPr sz="1103"/>
            </a:lvl4pPr>
            <a:lvl5pPr>
              <a:defRPr sz="1103"/>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CC289DA1-8C0A-4647-8243-068B614FCABA}" type="datetime1">
              <a:rPr lang="en-US" smtClean="0"/>
              <a:t>4/25/2026</a:t>
            </a:fld>
            <a:endParaRPr lang="en-US"/>
          </a:p>
        </p:txBody>
      </p:sp>
      <p:sp>
        <p:nvSpPr>
          <p:cNvPr id="6" name="Footer Placeholder 5"/>
          <p:cNvSpPr>
            <a:spLocks noGrp="1"/>
          </p:cNvSpPr>
          <p:nvPr>
            <p:ph type="ftr" sz="quarter" idx="11"/>
          </p:nvPr>
        </p:nvSpPr>
        <p:spPr>
          <a:xfrm>
            <a:off x="1062038" y="6998020"/>
            <a:ext cx="4513660" cy="518371"/>
          </a:xfrm>
        </p:spPr>
        <p:txBody>
          <a:bodyPr/>
          <a:lstStyle/>
          <a:p>
            <a:endParaRPr lang="en-US"/>
          </a:p>
        </p:txBody>
      </p:sp>
      <p:sp>
        <p:nvSpPr>
          <p:cNvPr id="7" name="Slide Number Placeholder 6"/>
          <p:cNvSpPr>
            <a:spLocks noGrp="1"/>
          </p:cNvSpPr>
          <p:nvPr>
            <p:ph type="sldNum" sz="quarter" idx="12"/>
          </p:nvPr>
        </p:nvSpPr>
        <p:spPr>
          <a:xfrm>
            <a:off x="169931" y="7039489"/>
            <a:ext cx="531018" cy="518371"/>
          </a:xfrm>
        </p:spPr>
        <p:txBody>
          <a:bodyPr/>
          <a:lstStyle/>
          <a:p>
            <a:fld id="{B6F15528-21DE-4FAA-801E-634DDDAF4B2B}" type="slidenum">
              <a:rPr lang="en-US" smtClean="0"/>
              <a:pPr/>
              <a:t>‹#›</a:t>
            </a:fld>
            <a:endParaRPr lang="en-US"/>
          </a:p>
        </p:txBody>
      </p:sp>
      <p:sp>
        <p:nvSpPr>
          <p:cNvPr id="11" name="Rectangle 10"/>
          <p:cNvSpPr/>
          <p:nvPr/>
        </p:nvSpPr>
        <p:spPr>
          <a:xfrm flipV="1">
            <a:off x="79341" y="5310200"/>
            <a:ext cx="10461070" cy="1036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12" name="Rectangle 11"/>
          <p:cNvSpPr/>
          <p:nvPr/>
        </p:nvSpPr>
        <p:spPr>
          <a:xfrm>
            <a:off x="79574" y="5272694"/>
            <a:ext cx="10460836" cy="51836"/>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13" name="Rectangle 12"/>
          <p:cNvSpPr/>
          <p:nvPr/>
        </p:nvSpPr>
        <p:spPr>
          <a:xfrm>
            <a:off x="79577" y="5411867"/>
            <a:ext cx="10460833" cy="553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4"/>
          </a:p>
        </p:txBody>
      </p:sp>
      <p:sp>
        <p:nvSpPr>
          <p:cNvPr id="3" name="Picture Placeholder 2"/>
          <p:cNvSpPr>
            <a:spLocks noGrp="1"/>
          </p:cNvSpPr>
          <p:nvPr>
            <p:ph type="pic" idx="1"/>
          </p:nvPr>
        </p:nvSpPr>
        <p:spPr>
          <a:xfrm>
            <a:off x="79343" y="75600"/>
            <a:ext cx="10455300" cy="5194516"/>
          </a:xfrm>
          <a:prstGeom prst="round2SameRect">
            <a:avLst>
              <a:gd name="adj1" fmla="val 7101"/>
              <a:gd name="adj2" fmla="val 0"/>
            </a:avLst>
          </a:prstGeom>
          <a:solidFill>
            <a:schemeClr val="bg2"/>
          </a:solidFill>
          <a:ln w="6350">
            <a:solidFill>
              <a:schemeClr val="tx1"/>
            </a:solidFill>
          </a:ln>
        </p:spPr>
        <p:txBody>
          <a:bodyPr/>
          <a:lstStyle>
            <a:lvl1pPr marL="0" indent="0">
              <a:buNone/>
              <a:defRPr sz="3919"/>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38D2882-270D-4B7A-8EBC-E0122220075B}"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99772" y="311394"/>
            <a:ext cx="2336483" cy="6634437"/>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062037" y="311392"/>
            <a:ext cx="6460728" cy="6634437"/>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61242-1A09-489F-B2FB-425770127E1E}"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5" y="3"/>
            <a:ext cx="10620375" cy="7775575"/>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2204">
              <a:latin typeface="Times New Roman" panose="02020603050405020304" pitchFamily="18" charset="0"/>
              <a:cs typeface="Times New Roman" panose="02020603050405020304" pitchFamily="18" charset="0"/>
            </a:endParaRPr>
          </a:p>
        </p:txBody>
      </p:sp>
      <p:sp useBgFill="1">
        <p:nvSpPr>
          <p:cNvPr id="8" name="Rounded Rectangle 7"/>
          <p:cNvSpPr/>
          <p:nvPr/>
        </p:nvSpPr>
        <p:spPr>
          <a:xfrm>
            <a:off x="74349" y="79091"/>
            <a:ext cx="10468656" cy="758896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sz="2204">
              <a:latin typeface="Times New Roman" panose="02020603050405020304" pitchFamily="18" charset="0"/>
              <a:cs typeface="Times New Roman" panose="02020603050405020304" pitchFamily="18" charset="0"/>
            </a:endParaRPr>
          </a:p>
        </p:txBody>
      </p:sp>
      <p:sp>
        <p:nvSpPr>
          <p:cNvPr id="22" name="Title Placeholder 21"/>
          <p:cNvSpPr>
            <a:spLocks noGrp="1"/>
          </p:cNvSpPr>
          <p:nvPr>
            <p:ph type="title"/>
          </p:nvPr>
        </p:nvSpPr>
        <p:spPr>
          <a:xfrm>
            <a:off x="1062038" y="311383"/>
            <a:ext cx="9027319" cy="129593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1062038" y="1641511"/>
            <a:ext cx="9027319" cy="5183716"/>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7168758" y="7019617"/>
            <a:ext cx="2876351" cy="539970"/>
          </a:xfrm>
          <a:prstGeom prst="rect">
            <a:avLst/>
          </a:prstGeom>
        </p:spPr>
        <p:txBody>
          <a:bodyPr anchor="ctr" anchorCtr="0"/>
          <a:lstStyle>
            <a:lvl1pPr algn="r" eaLnBrk="1" latinLnBrk="0" hangingPunct="1">
              <a:defRPr kumimoji="0" sz="1714">
                <a:solidFill>
                  <a:schemeClr val="tx2"/>
                </a:solidFill>
                <a:latin typeface="Times New Roman" panose="02020603050405020304" pitchFamily="18" charset="0"/>
                <a:cs typeface="Times New Roman" panose="02020603050405020304" pitchFamily="18" charset="0"/>
              </a:defRPr>
            </a:lvl1pPr>
          </a:lstStyle>
          <a:p>
            <a:fld id="{1D39700D-3C47-4282-994E-98EEF571E3D6}" type="datetime1">
              <a:rPr lang="en-US" smtClean="0"/>
              <a:t>4/25/2026</a:t>
            </a:fld>
            <a:endParaRPr lang="en-US"/>
          </a:p>
        </p:txBody>
      </p:sp>
      <p:sp>
        <p:nvSpPr>
          <p:cNvPr id="3" name="Footer Placeholder 2"/>
          <p:cNvSpPr>
            <a:spLocks noGrp="1"/>
          </p:cNvSpPr>
          <p:nvPr>
            <p:ph type="ftr" sz="quarter" idx="3"/>
          </p:nvPr>
        </p:nvSpPr>
        <p:spPr>
          <a:xfrm>
            <a:off x="1062038" y="6998020"/>
            <a:ext cx="4602163" cy="518371"/>
          </a:xfrm>
          <a:prstGeom prst="rect">
            <a:avLst/>
          </a:prstGeom>
        </p:spPr>
        <p:txBody>
          <a:bodyPr anchor="ctr" anchorCtr="0"/>
          <a:lstStyle>
            <a:lvl1pPr eaLnBrk="1" latinLnBrk="0" hangingPunct="1">
              <a:defRPr kumimoji="0" sz="1714">
                <a:solidFill>
                  <a:schemeClr val="tx2"/>
                </a:solidFill>
                <a:latin typeface="Times New Roman" panose="02020603050405020304" pitchFamily="18" charset="0"/>
                <a:cs typeface="Times New Roman" panose="02020603050405020304" pitchFamily="18" charset="0"/>
              </a:defRPr>
            </a:lvl1pPr>
          </a:lstStyle>
          <a:p>
            <a:endParaRPr lang="en-US"/>
          </a:p>
        </p:txBody>
      </p:sp>
      <p:sp>
        <p:nvSpPr>
          <p:cNvPr id="23" name="Slide Number Placeholder 22"/>
          <p:cNvSpPr>
            <a:spLocks noGrp="1"/>
          </p:cNvSpPr>
          <p:nvPr>
            <p:ph type="sldNum" sz="quarter" idx="4"/>
          </p:nvPr>
        </p:nvSpPr>
        <p:spPr>
          <a:xfrm>
            <a:off x="169931" y="7041218"/>
            <a:ext cx="531018" cy="518371"/>
          </a:xfrm>
          <a:prstGeom prst="ellipse">
            <a:avLst/>
          </a:prstGeom>
          <a:noFill/>
          <a:ln>
            <a:solidFill>
              <a:srgbClr val="00B050"/>
            </a:solidFill>
          </a:ln>
        </p:spPr>
        <p:txBody>
          <a:bodyPr wrap="none" lIns="0" tIns="0" rIns="0" bIns="0" anchor="ctr" anchorCtr="1">
            <a:noAutofit/>
          </a:bodyPr>
          <a:lstStyle>
            <a:lvl1pPr algn="ctr" eaLnBrk="1" latinLnBrk="0" hangingPunct="1">
              <a:defRPr kumimoji="0" sz="1714">
                <a:solidFill>
                  <a:srgbClr val="C00000"/>
                </a:solidFill>
                <a:latin typeface="Times New Roman" panose="02020603050405020304" pitchFamily="18" charset="0"/>
                <a:ea typeface="+mj-ea"/>
                <a:cs typeface="Times New Roman" panose="02020603050405020304" pitchFamily="18"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rtl="0" eaLnBrk="1" latinLnBrk="0" hangingPunct="1">
        <a:spcBef>
          <a:spcPct val="0"/>
        </a:spcBef>
        <a:buNone/>
        <a:defRPr kumimoji="0" sz="4899" kern="1200">
          <a:solidFill>
            <a:schemeClr val="tx2"/>
          </a:solidFill>
          <a:latin typeface="Times New Roman" panose="02020603050405020304" pitchFamily="18" charset="0"/>
          <a:ea typeface="+mj-ea"/>
          <a:cs typeface="Times New Roman" panose="02020603050405020304" pitchFamily="18" charset="0"/>
        </a:defRPr>
      </a:lvl1pPr>
    </p:titleStyle>
    <p:bodyStyle>
      <a:lvl1pPr marL="335983" indent="-335983" algn="l" rtl="0" eaLnBrk="1" latinLnBrk="0" hangingPunct="1">
        <a:spcBef>
          <a:spcPts val="711"/>
        </a:spcBef>
        <a:buClr>
          <a:schemeClr val="accent1"/>
        </a:buClr>
        <a:buSzPct val="85000"/>
        <a:buFont typeface="Wingdings 2"/>
        <a:buChar char=""/>
        <a:defRPr kumimoji="0" sz="3185" kern="1200">
          <a:solidFill>
            <a:schemeClr val="tx1"/>
          </a:solidFill>
          <a:latin typeface="Times New Roman" panose="02020603050405020304" pitchFamily="18" charset="0"/>
          <a:ea typeface="+mn-ea"/>
          <a:cs typeface="Times New Roman" panose="02020603050405020304" pitchFamily="18" charset="0"/>
        </a:defRPr>
      </a:lvl1pPr>
      <a:lvl2pPr marL="671963" indent="-279985" algn="l" rtl="0" eaLnBrk="1" latinLnBrk="0" hangingPunct="1">
        <a:spcBef>
          <a:spcPts val="454"/>
        </a:spcBef>
        <a:buClr>
          <a:schemeClr val="accent2"/>
        </a:buClr>
        <a:buSzPct val="85000"/>
        <a:buFont typeface="Wingdings 2"/>
        <a:buChar char=""/>
        <a:defRPr kumimoji="0" sz="2939" kern="1200">
          <a:solidFill>
            <a:schemeClr val="tx1"/>
          </a:solidFill>
          <a:latin typeface="Times New Roman" panose="02020603050405020304" pitchFamily="18" charset="0"/>
          <a:ea typeface="+mn-ea"/>
          <a:cs typeface="Times New Roman" panose="02020603050405020304" pitchFamily="18" charset="0"/>
        </a:defRPr>
      </a:lvl2pPr>
      <a:lvl3pPr marL="1007947" indent="-279985" algn="l" rtl="0" eaLnBrk="1" latinLnBrk="0" hangingPunct="1">
        <a:spcBef>
          <a:spcPts val="454"/>
        </a:spcBef>
        <a:buClr>
          <a:schemeClr val="accent1">
            <a:tint val="60000"/>
          </a:schemeClr>
        </a:buClr>
        <a:buSzPct val="85000"/>
        <a:buFont typeface="Wingdings 2"/>
        <a:buChar char=""/>
        <a:defRPr kumimoji="0" sz="2449" kern="1200">
          <a:solidFill>
            <a:schemeClr val="tx1"/>
          </a:solidFill>
          <a:latin typeface="Times New Roman" panose="02020603050405020304" pitchFamily="18" charset="0"/>
          <a:ea typeface="+mn-ea"/>
          <a:cs typeface="Times New Roman" panose="02020603050405020304" pitchFamily="18" charset="0"/>
        </a:defRPr>
      </a:lvl3pPr>
      <a:lvl4pPr marL="1343930" indent="-279985" algn="l" rtl="0" eaLnBrk="1" latinLnBrk="0" hangingPunct="1">
        <a:spcBef>
          <a:spcPts val="454"/>
        </a:spcBef>
        <a:buClr>
          <a:schemeClr val="accent3"/>
        </a:buClr>
        <a:buSzPct val="80000"/>
        <a:buFont typeface="Wingdings 2"/>
        <a:buChar char=""/>
        <a:defRPr kumimoji="0" sz="2449" kern="1200">
          <a:solidFill>
            <a:schemeClr val="tx1"/>
          </a:solidFill>
          <a:latin typeface="Times New Roman" panose="02020603050405020304" pitchFamily="18" charset="0"/>
          <a:ea typeface="+mn-ea"/>
          <a:cs typeface="Times New Roman" panose="02020603050405020304" pitchFamily="18" charset="0"/>
        </a:defRPr>
      </a:lvl4pPr>
      <a:lvl5pPr marL="1679911" indent="-279985" algn="l" rtl="0" eaLnBrk="1" latinLnBrk="0" hangingPunct="1">
        <a:spcBef>
          <a:spcPts val="454"/>
        </a:spcBef>
        <a:buClr>
          <a:schemeClr val="accent3"/>
        </a:buClr>
        <a:buFontTx/>
        <a:buChar char="o"/>
        <a:defRPr kumimoji="0" sz="2449" kern="1200">
          <a:solidFill>
            <a:schemeClr val="tx1"/>
          </a:solidFill>
          <a:latin typeface="Times New Roman" panose="02020603050405020304" pitchFamily="18" charset="0"/>
          <a:ea typeface="+mn-ea"/>
          <a:cs typeface="Times New Roman" panose="02020603050405020304" pitchFamily="18" charset="0"/>
        </a:defRPr>
      </a:lvl5pPr>
      <a:lvl6pPr marL="2015894" indent="-279985" algn="l" rtl="0" eaLnBrk="1" latinLnBrk="0" hangingPunct="1">
        <a:spcBef>
          <a:spcPts val="454"/>
        </a:spcBef>
        <a:buClr>
          <a:schemeClr val="accent3"/>
        </a:buClr>
        <a:buChar char="•"/>
        <a:defRPr kumimoji="0" sz="2204" kern="1200" baseline="0">
          <a:solidFill>
            <a:schemeClr val="tx1"/>
          </a:solidFill>
          <a:latin typeface="+mn-lt"/>
          <a:ea typeface="+mn-ea"/>
          <a:cs typeface="+mn-cs"/>
        </a:defRPr>
      </a:lvl6pPr>
      <a:lvl7pPr marL="2351877" indent="-279985" algn="l" rtl="0" eaLnBrk="1" latinLnBrk="0" hangingPunct="1">
        <a:spcBef>
          <a:spcPts val="454"/>
        </a:spcBef>
        <a:buClr>
          <a:schemeClr val="accent2"/>
        </a:buClr>
        <a:buChar char="•"/>
        <a:defRPr kumimoji="0" sz="2204" kern="1200">
          <a:solidFill>
            <a:schemeClr val="tx1"/>
          </a:solidFill>
          <a:latin typeface="+mn-lt"/>
          <a:ea typeface="+mn-ea"/>
          <a:cs typeface="+mn-cs"/>
        </a:defRPr>
      </a:lvl7pPr>
      <a:lvl8pPr marL="2687857" indent="-279985" algn="l" rtl="0" eaLnBrk="1" latinLnBrk="0" hangingPunct="1">
        <a:spcBef>
          <a:spcPts val="454"/>
        </a:spcBef>
        <a:buClr>
          <a:schemeClr val="accent1">
            <a:tint val="60000"/>
          </a:schemeClr>
        </a:buClr>
        <a:buChar char="•"/>
        <a:defRPr kumimoji="0" sz="2204" kern="1200">
          <a:solidFill>
            <a:schemeClr val="tx1"/>
          </a:solidFill>
          <a:latin typeface="+mn-lt"/>
          <a:ea typeface="+mn-ea"/>
          <a:cs typeface="+mn-cs"/>
        </a:defRPr>
      </a:lvl8pPr>
      <a:lvl9pPr marL="3023841" indent="-279985" algn="l" rtl="0" eaLnBrk="1" latinLnBrk="0" hangingPunct="1">
        <a:spcBef>
          <a:spcPts val="454"/>
        </a:spcBef>
        <a:buClr>
          <a:schemeClr val="accent2">
            <a:tint val="60000"/>
          </a:schemeClr>
        </a:buClr>
        <a:buChar char="•"/>
        <a:defRPr kumimoji="0" sz="2204"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559972" algn="l" rtl="0" eaLnBrk="1" latinLnBrk="0" hangingPunct="1">
        <a:defRPr kumimoji="0" kern="1200">
          <a:solidFill>
            <a:schemeClr val="tx1"/>
          </a:solidFill>
          <a:latin typeface="+mn-lt"/>
          <a:ea typeface="+mn-ea"/>
          <a:cs typeface="+mn-cs"/>
        </a:defRPr>
      </a:lvl2pPr>
      <a:lvl3pPr marL="1119940" algn="l" rtl="0" eaLnBrk="1" latinLnBrk="0" hangingPunct="1">
        <a:defRPr kumimoji="0" kern="1200">
          <a:solidFill>
            <a:schemeClr val="tx1"/>
          </a:solidFill>
          <a:latin typeface="+mn-lt"/>
          <a:ea typeface="+mn-ea"/>
          <a:cs typeface="+mn-cs"/>
        </a:defRPr>
      </a:lvl3pPr>
      <a:lvl4pPr marL="1679911" algn="l" rtl="0" eaLnBrk="1" latinLnBrk="0" hangingPunct="1">
        <a:defRPr kumimoji="0" kern="1200">
          <a:solidFill>
            <a:schemeClr val="tx1"/>
          </a:solidFill>
          <a:latin typeface="+mn-lt"/>
          <a:ea typeface="+mn-ea"/>
          <a:cs typeface="+mn-cs"/>
        </a:defRPr>
      </a:lvl4pPr>
      <a:lvl5pPr marL="2239883" algn="l" rtl="0" eaLnBrk="1" latinLnBrk="0" hangingPunct="1">
        <a:defRPr kumimoji="0" kern="1200">
          <a:solidFill>
            <a:schemeClr val="tx1"/>
          </a:solidFill>
          <a:latin typeface="+mn-lt"/>
          <a:ea typeface="+mn-ea"/>
          <a:cs typeface="+mn-cs"/>
        </a:defRPr>
      </a:lvl5pPr>
      <a:lvl6pPr marL="2799853" algn="l" rtl="0" eaLnBrk="1" latinLnBrk="0" hangingPunct="1">
        <a:defRPr kumimoji="0" kern="1200">
          <a:solidFill>
            <a:schemeClr val="tx1"/>
          </a:solidFill>
          <a:latin typeface="+mn-lt"/>
          <a:ea typeface="+mn-ea"/>
          <a:cs typeface="+mn-cs"/>
        </a:defRPr>
      </a:lvl6pPr>
      <a:lvl7pPr marL="3359823" algn="l" rtl="0" eaLnBrk="1" latinLnBrk="0" hangingPunct="1">
        <a:defRPr kumimoji="0" kern="1200">
          <a:solidFill>
            <a:schemeClr val="tx1"/>
          </a:solidFill>
          <a:latin typeface="+mn-lt"/>
          <a:ea typeface="+mn-ea"/>
          <a:cs typeface="+mn-cs"/>
        </a:defRPr>
      </a:lvl7pPr>
      <a:lvl8pPr marL="3919792" algn="l" rtl="0" eaLnBrk="1" latinLnBrk="0" hangingPunct="1">
        <a:defRPr kumimoji="0" kern="1200">
          <a:solidFill>
            <a:schemeClr val="tx1"/>
          </a:solidFill>
          <a:latin typeface="+mn-lt"/>
          <a:ea typeface="+mn-ea"/>
          <a:cs typeface="+mn-cs"/>
        </a:defRPr>
      </a:lvl8pPr>
      <a:lvl9pPr marL="4479764"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hyperlink" Target="https://www.who.int/"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2"/>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11992" tIns="55996" rIns="111992" bIns="55996" numCol="1" anchor="ctr" anchorCtr="0" compatLnSpc="1">
            <a:prstTxWarp prst="textNoShape">
              <a:avLst/>
            </a:prstTxWarp>
          </a:bodyPr>
          <a:lstStyle>
            <a:lvl1pPr>
              <a:defRPr>
                <a:solidFill>
                  <a:schemeClr val="tx1"/>
                </a:solidFill>
                <a:latin typeface="Perpetua" panose="02020502060401020303" pitchFamily="18" charset="0"/>
              </a:defRPr>
            </a:lvl1pPr>
            <a:lvl2pPr marL="909951" indent="-349982">
              <a:defRPr>
                <a:solidFill>
                  <a:schemeClr val="tx1"/>
                </a:solidFill>
                <a:latin typeface="Perpetua" panose="02020502060401020303" pitchFamily="18" charset="0"/>
              </a:defRPr>
            </a:lvl2pPr>
            <a:lvl3pPr marL="1399926" indent="-279985">
              <a:defRPr>
                <a:solidFill>
                  <a:schemeClr val="tx1"/>
                </a:solidFill>
                <a:latin typeface="Perpetua" panose="02020502060401020303" pitchFamily="18" charset="0"/>
              </a:defRPr>
            </a:lvl3pPr>
            <a:lvl4pPr marL="1959898" indent="-279985">
              <a:defRPr>
                <a:solidFill>
                  <a:schemeClr val="tx1"/>
                </a:solidFill>
                <a:latin typeface="Perpetua" panose="02020502060401020303" pitchFamily="18" charset="0"/>
              </a:defRPr>
            </a:lvl4pPr>
            <a:lvl5pPr marL="2519867" indent="-279985">
              <a:defRPr>
                <a:solidFill>
                  <a:schemeClr val="tx1"/>
                </a:solidFill>
                <a:latin typeface="Perpetua" panose="02020502060401020303" pitchFamily="18" charset="0"/>
              </a:defRPr>
            </a:lvl5pPr>
            <a:lvl6pPr marL="3079839" indent="-279985" fontAlgn="base">
              <a:spcBef>
                <a:spcPct val="0"/>
              </a:spcBef>
              <a:spcAft>
                <a:spcPct val="0"/>
              </a:spcAft>
              <a:defRPr>
                <a:solidFill>
                  <a:schemeClr val="tx1"/>
                </a:solidFill>
                <a:latin typeface="Perpetua" panose="02020502060401020303" pitchFamily="18" charset="0"/>
              </a:defRPr>
            </a:lvl6pPr>
            <a:lvl7pPr marL="3639807" indent="-279985" fontAlgn="base">
              <a:spcBef>
                <a:spcPct val="0"/>
              </a:spcBef>
              <a:spcAft>
                <a:spcPct val="0"/>
              </a:spcAft>
              <a:defRPr>
                <a:solidFill>
                  <a:schemeClr val="tx1"/>
                </a:solidFill>
                <a:latin typeface="Perpetua" panose="02020502060401020303" pitchFamily="18" charset="0"/>
              </a:defRPr>
            </a:lvl7pPr>
            <a:lvl8pPr marL="4199778" indent="-279985" fontAlgn="base">
              <a:spcBef>
                <a:spcPct val="0"/>
              </a:spcBef>
              <a:spcAft>
                <a:spcPct val="0"/>
              </a:spcAft>
              <a:defRPr>
                <a:solidFill>
                  <a:schemeClr val="tx1"/>
                </a:solidFill>
                <a:latin typeface="Perpetua" panose="02020502060401020303" pitchFamily="18" charset="0"/>
              </a:defRPr>
            </a:lvl8pPr>
            <a:lvl9pPr marL="4759749" indent="-279985" fontAlgn="base">
              <a:spcBef>
                <a:spcPct val="0"/>
              </a:spcBef>
              <a:spcAft>
                <a:spcPct val="0"/>
              </a:spcAft>
              <a:defRPr>
                <a:solidFill>
                  <a:schemeClr val="tx1"/>
                </a:solidFill>
                <a:latin typeface="Perpetua" panose="02020502060401020303" pitchFamily="18" charset="0"/>
              </a:defRPr>
            </a:lvl9pPr>
          </a:lstStyle>
          <a:p>
            <a:pPr fontAlgn="base">
              <a:spcBef>
                <a:spcPct val="0"/>
              </a:spcBef>
              <a:spcAft>
                <a:spcPct val="0"/>
              </a:spcAft>
            </a:pPr>
            <a:fld id="{3F55AEE3-A14F-4D81-9F34-9841E30EA029}" type="datetime1">
              <a:rPr lang="en-US" altLang="en-US" smtClean="0">
                <a:solidFill>
                  <a:schemeClr val="tx2"/>
                </a:solidFill>
                <a:latin typeface="Times New Roman" panose="02020603050405020304" pitchFamily="18" charset="0"/>
              </a:rPr>
              <a:t>4/25/2026</a:t>
            </a:fld>
            <a:endParaRPr lang="en-US" altLang="en-US">
              <a:solidFill>
                <a:schemeClr val="tx2"/>
              </a:solidFill>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4A5DB25D-1D9E-428B-BE35-A0FB0ECB4DD5}" type="slidenum">
              <a:rPr lang="en-US"/>
              <a:pPr>
                <a:defRPr/>
              </a:pPr>
              <a:t>1</a:t>
            </a:fld>
            <a:endParaRPr lang="en-US"/>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54" y="112639"/>
            <a:ext cx="1451050" cy="1734322"/>
          </a:xfrm>
          <a:prstGeom prst="rect">
            <a:avLst/>
          </a:prstGeom>
          <a:ln>
            <a:noFill/>
          </a:ln>
        </p:spPr>
      </p:pic>
      <p:sp>
        <p:nvSpPr>
          <p:cNvPr id="13" name="Rectangle 12"/>
          <p:cNvSpPr/>
          <p:nvPr/>
        </p:nvSpPr>
        <p:spPr>
          <a:xfrm>
            <a:off x="1096071" y="112641"/>
            <a:ext cx="9414094" cy="1034642"/>
          </a:xfrm>
          <a:prstGeom prst="rect">
            <a:avLst/>
          </a:prstGeom>
        </p:spPr>
        <p:txBody>
          <a:bodyPr wrap="square">
            <a:spAutoFit/>
          </a:bodyPr>
          <a:lstStyle/>
          <a:p>
            <a:pPr algn="ctr">
              <a:lnSpc>
                <a:spcPct val="100000"/>
              </a:lnSpc>
            </a:pPr>
            <a:r>
              <a:rPr lang="en-US" sz="3429" dirty="0" err="1">
                <a:solidFill>
                  <a:srgbClr val="C00000"/>
                </a:solidFill>
                <a:latin typeface="Berlin Sans FB" panose="020E0602020502020306" pitchFamily="34" charset="0"/>
              </a:rPr>
              <a:t>Lingayas</a:t>
            </a:r>
            <a:r>
              <a:rPr lang="en-US" sz="3429" dirty="0">
                <a:solidFill>
                  <a:srgbClr val="C00000"/>
                </a:solidFill>
                <a:latin typeface="Berlin Sans FB" panose="020E0602020502020306" pitchFamily="34" charset="0"/>
              </a:rPr>
              <a:t> Institute of Management and Technology </a:t>
            </a:r>
          </a:p>
          <a:p>
            <a:pPr algn="ctr"/>
            <a:r>
              <a:rPr lang="en-US" sz="1347" b="1" dirty="0">
                <a:latin typeface="Batang" panose="02030600000101010101" pitchFamily="18" charset="-127"/>
                <a:ea typeface="Batang" panose="02030600000101010101" pitchFamily="18" charset="-127"/>
                <a:cs typeface="Arial" pitchFamily="34" charset="0"/>
              </a:rPr>
              <a:t>Approved by AICTE, Affiliated to JNTU Kakinada, </a:t>
            </a:r>
            <a:r>
              <a:rPr lang="en-US" sz="1347" b="1" dirty="0">
                <a:solidFill>
                  <a:srgbClr val="C00000"/>
                </a:solidFill>
              </a:rPr>
              <a:t>Accredited with </a:t>
            </a:r>
            <a:r>
              <a:rPr lang="en-US" sz="1347" b="1" u="sng" dirty="0">
                <a:solidFill>
                  <a:srgbClr val="C00000"/>
                </a:solidFill>
              </a:rPr>
              <a:t>A Grade by NAAC </a:t>
            </a:r>
            <a:r>
              <a:rPr lang="en-US" sz="1347" b="1" dirty="0">
                <a:solidFill>
                  <a:srgbClr val="C00000"/>
                </a:solidFill>
              </a:rPr>
              <a:t>and </a:t>
            </a:r>
          </a:p>
          <a:p>
            <a:pPr algn="ctr"/>
            <a:r>
              <a:rPr lang="en-US" sz="1347" b="1" u="sng" dirty="0">
                <a:solidFill>
                  <a:srgbClr val="002060"/>
                </a:solidFill>
              </a:rPr>
              <a:t>UG-CSE is accredited by NBA</a:t>
            </a:r>
          </a:p>
        </p:txBody>
      </p:sp>
      <p:sp>
        <p:nvSpPr>
          <p:cNvPr id="14" name="Rectangle 13"/>
          <p:cNvSpPr/>
          <p:nvPr/>
        </p:nvSpPr>
        <p:spPr>
          <a:xfrm>
            <a:off x="1183864" y="1605138"/>
            <a:ext cx="8390944" cy="620042"/>
          </a:xfrm>
          <a:prstGeom prst="rect">
            <a:avLst/>
          </a:prstGeom>
        </p:spPr>
        <p:txBody>
          <a:bodyPr wrap="square">
            <a:spAutoFit/>
          </a:bodyPr>
          <a:lstStyle/>
          <a:p>
            <a:pPr algn="ctr"/>
            <a:r>
              <a:rPr lang="en-US" sz="3429" dirty="0">
                <a:latin typeface="Berlin Sans FB" panose="020E0602020502020306" pitchFamily="34" charset="0"/>
              </a:rPr>
              <a:t>AAIT Project on</a:t>
            </a:r>
          </a:p>
        </p:txBody>
      </p:sp>
      <p:sp>
        <p:nvSpPr>
          <p:cNvPr id="15" name="Rectangle 14"/>
          <p:cNvSpPr/>
          <p:nvPr/>
        </p:nvSpPr>
        <p:spPr>
          <a:xfrm>
            <a:off x="71978" y="2212342"/>
            <a:ext cx="10476418" cy="553998"/>
          </a:xfrm>
          <a:prstGeom prst="rect">
            <a:avLst/>
          </a:prstGeom>
        </p:spPr>
        <p:txBody>
          <a:bodyPr wrap="square">
            <a:spAutoFit/>
          </a:bodyPr>
          <a:lstStyle/>
          <a:p>
            <a:pPr algn="ctr"/>
            <a:r>
              <a:rPr lang="en-US" sz="3000" dirty="0">
                <a:solidFill>
                  <a:srgbClr val="FF0000"/>
                </a:solidFill>
                <a:latin typeface="Times New Roman" panose="02020603050405020304" pitchFamily="18" charset="0"/>
                <a:ea typeface="Roboto Slab" pitchFamily="34" charset="-122"/>
                <a:cs typeface="Times New Roman" panose="02020603050405020304" pitchFamily="18" charset="0"/>
              </a:rPr>
              <a:t>HEPASTAGE AI</a:t>
            </a:r>
            <a:endParaRPr lang="en-US" sz="3000" dirty="0">
              <a:solidFill>
                <a:srgbClr val="FF0000"/>
              </a:solidFill>
              <a:latin typeface="Times New Roman" panose="02020603050405020304" pitchFamily="18" charset="0"/>
              <a:cs typeface="Times New Roman" panose="02020603050405020304" pitchFamily="18" charset="0"/>
            </a:endParaRPr>
          </a:p>
        </p:txBody>
      </p:sp>
      <p:sp>
        <p:nvSpPr>
          <p:cNvPr id="16" name="Rectangle 15"/>
          <p:cNvSpPr/>
          <p:nvPr/>
        </p:nvSpPr>
        <p:spPr>
          <a:xfrm>
            <a:off x="3130300" y="5907056"/>
            <a:ext cx="4368504" cy="770852"/>
          </a:xfrm>
          <a:prstGeom prst="rect">
            <a:avLst/>
          </a:prstGeom>
        </p:spPr>
        <p:txBody>
          <a:bodyPr wrap="none">
            <a:spAutoFit/>
          </a:bodyPr>
          <a:lstStyle/>
          <a:p>
            <a:pPr algn="ctr"/>
            <a:r>
              <a:rPr lang="en-US" sz="2449" b="1" dirty="0">
                <a:solidFill>
                  <a:srgbClr val="C00000"/>
                </a:solidFill>
              </a:rPr>
              <a:t>Department of</a:t>
            </a:r>
            <a:endParaRPr lang="en-US" sz="1960" b="1" dirty="0"/>
          </a:p>
          <a:p>
            <a:pPr algn="ctr"/>
            <a:r>
              <a:rPr lang="en-US" sz="1960" b="1" dirty="0"/>
              <a:t>Artificial Intelligence and Data Science</a:t>
            </a:r>
            <a:endParaRPr lang="en-US" sz="1960" dirty="0"/>
          </a:p>
        </p:txBody>
      </p:sp>
      <p:sp>
        <p:nvSpPr>
          <p:cNvPr id="17" name="Rectangle 16"/>
          <p:cNvSpPr/>
          <p:nvPr/>
        </p:nvSpPr>
        <p:spPr>
          <a:xfrm>
            <a:off x="609541" y="4074445"/>
            <a:ext cx="2134687" cy="1449115"/>
          </a:xfrm>
          <a:prstGeom prst="rect">
            <a:avLst/>
          </a:prstGeom>
        </p:spPr>
        <p:txBody>
          <a:bodyPr wrap="none">
            <a:spAutoFit/>
          </a:bodyPr>
          <a:lstStyle/>
          <a:p>
            <a:r>
              <a:rPr lang="en-US" sz="2204" b="1" dirty="0"/>
              <a:t>BY:</a:t>
            </a:r>
          </a:p>
          <a:p>
            <a:pPr algn="ctr"/>
            <a:r>
              <a:rPr lang="en-US" sz="2204" b="1" dirty="0"/>
              <a:t>23NA1A5456</a:t>
            </a:r>
          </a:p>
          <a:p>
            <a:pPr algn="ctr"/>
            <a:r>
              <a:rPr lang="en-US" sz="2204" b="1" dirty="0"/>
              <a:t>24NA5A5402</a:t>
            </a:r>
            <a:endParaRPr lang="en-US" sz="2204" dirty="0"/>
          </a:p>
          <a:p>
            <a:pPr algn="ctr"/>
            <a:r>
              <a:rPr lang="en-US" sz="2204" b="1" dirty="0"/>
              <a:t>23NA1A5462</a:t>
            </a:r>
            <a:endParaRPr lang="en-US" sz="2204" dirty="0"/>
          </a:p>
        </p:txBody>
      </p:sp>
      <p:sp>
        <p:nvSpPr>
          <p:cNvPr id="18" name="Rectangle 17"/>
          <p:cNvSpPr/>
          <p:nvPr/>
        </p:nvSpPr>
        <p:spPr>
          <a:xfrm>
            <a:off x="7168758" y="4539864"/>
            <a:ext cx="3208187" cy="770724"/>
          </a:xfrm>
          <a:prstGeom prst="rect">
            <a:avLst/>
          </a:prstGeom>
        </p:spPr>
        <p:txBody>
          <a:bodyPr wrap="none">
            <a:spAutoFit/>
          </a:bodyPr>
          <a:lstStyle/>
          <a:p>
            <a:pPr algn="ctr"/>
            <a:r>
              <a:rPr lang="en-US" sz="2204" b="1" dirty="0"/>
              <a:t>Under the Guidance of</a:t>
            </a:r>
          </a:p>
          <a:p>
            <a:pPr algn="ctr"/>
            <a:r>
              <a:rPr lang="en-US" sz="2204" b="1" dirty="0"/>
              <a:t>Prof .</a:t>
            </a:r>
            <a:r>
              <a:rPr lang="en-US" sz="2204" b="1" dirty="0" err="1"/>
              <a:t>K.Siva</a:t>
            </a:r>
            <a:r>
              <a:rPr lang="en-US" sz="2204" b="1" dirty="0"/>
              <a:t> </a:t>
            </a:r>
            <a:r>
              <a:rPr lang="en-US" sz="2204" b="1" dirty="0" err="1"/>
              <a:t>rama</a:t>
            </a:r>
            <a:r>
              <a:rPr lang="en-US" sz="2204" b="1" dirty="0"/>
              <a:t> </a:t>
            </a:r>
            <a:r>
              <a:rPr lang="en-US" sz="2204" b="1" dirty="0" err="1"/>
              <a:t>krishna</a:t>
            </a:r>
            <a:endParaRPr lang="en-US" sz="2204" dirty="0"/>
          </a:p>
        </p:txBody>
      </p:sp>
    </p:spTree>
    <p:extLst>
      <p:ext uri="{BB962C8B-B14F-4D97-AF65-F5344CB8AC3E}">
        <p14:creationId xmlns:p14="http://schemas.microsoft.com/office/powerpoint/2010/main" val="4077391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Date Placeholder 2"/>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11992" tIns="55996" rIns="111992" bIns="55996" numCol="1" anchor="ctr" anchorCtr="0" compatLnSpc="1">
            <a:prstTxWarp prst="textNoShape">
              <a:avLst/>
            </a:prstTxWarp>
          </a:bodyPr>
          <a:lstStyle>
            <a:lvl1pPr>
              <a:defRPr>
                <a:solidFill>
                  <a:schemeClr val="tx1"/>
                </a:solidFill>
                <a:latin typeface="Perpetua" panose="02020502060401020303" pitchFamily="18" charset="0"/>
              </a:defRPr>
            </a:lvl1pPr>
            <a:lvl2pPr marL="909951" indent="-349982">
              <a:defRPr>
                <a:solidFill>
                  <a:schemeClr val="tx1"/>
                </a:solidFill>
                <a:latin typeface="Perpetua" panose="02020502060401020303" pitchFamily="18" charset="0"/>
              </a:defRPr>
            </a:lvl2pPr>
            <a:lvl3pPr marL="1399926" indent="-279985">
              <a:defRPr>
                <a:solidFill>
                  <a:schemeClr val="tx1"/>
                </a:solidFill>
                <a:latin typeface="Perpetua" panose="02020502060401020303" pitchFamily="18" charset="0"/>
              </a:defRPr>
            </a:lvl3pPr>
            <a:lvl4pPr marL="1959898" indent="-279985">
              <a:defRPr>
                <a:solidFill>
                  <a:schemeClr val="tx1"/>
                </a:solidFill>
                <a:latin typeface="Perpetua" panose="02020502060401020303" pitchFamily="18" charset="0"/>
              </a:defRPr>
            </a:lvl4pPr>
            <a:lvl5pPr marL="2519867" indent="-279985">
              <a:defRPr>
                <a:solidFill>
                  <a:schemeClr val="tx1"/>
                </a:solidFill>
                <a:latin typeface="Perpetua" panose="02020502060401020303" pitchFamily="18" charset="0"/>
              </a:defRPr>
            </a:lvl5pPr>
            <a:lvl6pPr marL="3079839" indent="-279985" eaLnBrk="0" fontAlgn="base" hangingPunct="0">
              <a:spcBef>
                <a:spcPct val="0"/>
              </a:spcBef>
              <a:spcAft>
                <a:spcPct val="0"/>
              </a:spcAft>
              <a:defRPr>
                <a:solidFill>
                  <a:schemeClr val="tx1"/>
                </a:solidFill>
                <a:latin typeface="Perpetua" panose="02020502060401020303" pitchFamily="18" charset="0"/>
              </a:defRPr>
            </a:lvl6pPr>
            <a:lvl7pPr marL="3639807" indent="-279985" eaLnBrk="0" fontAlgn="base" hangingPunct="0">
              <a:spcBef>
                <a:spcPct val="0"/>
              </a:spcBef>
              <a:spcAft>
                <a:spcPct val="0"/>
              </a:spcAft>
              <a:defRPr>
                <a:solidFill>
                  <a:schemeClr val="tx1"/>
                </a:solidFill>
                <a:latin typeface="Perpetua" panose="02020502060401020303" pitchFamily="18" charset="0"/>
              </a:defRPr>
            </a:lvl7pPr>
            <a:lvl8pPr marL="4199778" indent="-279985" eaLnBrk="0" fontAlgn="base" hangingPunct="0">
              <a:spcBef>
                <a:spcPct val="0"/>
              </a:spcBef>
              <a:spcAft>
                <a:spcPct val="0"/>
              </a:spcAft>
              <a:defRPr>
                <a:solidFill>
                  <a:schemeClr val="tx1"/>
                </a:solidFill>
                <a:latin typeface="Perpetua" panose="02020502060401020303" pitchFamily="18" charset="0"/>
              </a:defRPr>
            </a:lvl8pPr>
            <a:lvl9pPr marL="4759749" indent="-279985" eaLnBrk="0" fontAlgn="base" hangingPunct="0">
              <a:spcBef>
                <a:spcPct val="0"/>
              </a:spcBef>
              <a:spcAft>
                <a:spcPct val="0"/>
              </a:spcAft>
              <a:defRPr>
                <a:solidFill>
                  <a:schemeClr val="tx1"/>
                </a:solidFill>
                <a:latin typeface="Perpetua" panose="02020502060401020303" pitchFamily="18" charset="0"/>
              </a:defRPr>
            </a:lvl9pPr>
          </a:lstStyle>
          <a:p>
            <a:pPr fontAlgn="base">
              <a:spcBef>
                <a:spcPct val="0"/>
              </a:spcBef>
              <a:spcAft>
                <a:spcPct val="0"/>
              </a:spcAft>
            </a:pPr>
            <a:fld id="{32222189-C426-4269-8DC7-46111CF70155}" type="datetime1">
              <a:rPr lang="en-US" altLang="en-US" smtClean="0">
                <a:solidFill>
                  <a:schemeClr val="tx2"/>
                </a:solidFill>
                <a:latin typeface="Times New Roman" panose="02020603050405020304" pitchFamily="18" charset="0"/>
              </a:rPr>
              <a:t>4/25/2026</a:t>
            </a:fld>
            <a:endParaRPr lang="en-US" altLang="en-US">
              <a:solidFill>
                <a:schemeClr val="tx2"/>
              </a:solidFill>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1CFA304E-1BFF-4966-854F-A47C45692376}" type="slidenum">
              <a:rPr lang="en-US"/>
              <a:pPr>
                <a:defRPr/>
              </a:pPr>
              <a:t>2</a:t>
            </a:fld>
            <a:endParaRPr lang="en-US"/>
          </a:p>
        </p:txBody>
      </p:sp>
      <p:sp>
        <p:nvSpPr>
          <p:cNvPr id="16" name="Rectangle 15"/>
          <p:cNvSpPr/>
          <p:nvPr/>
        </p:nvSpPr>
        <p:spPr>
          <a:xfrm>
            <a:off x="2338387" y="306387"/>
            <a:ext cx="6159581" cy="921663"/>
          </a:xfrm>
          <a:prstGeom prst="rect">
            <a:avLst/>
          </a:prstGeom>
        </p:spPr>
        <p:txBody>
          <a:bodyPr wrap="square">
            <a:spAutoFit/>
          </a:bodyPr>
          <a:lstStyle/>
          <a:p>
            <a:pPr algn="ctr"/>
            <a:r>
              <a:rPr lang="en-US" sz="5389" b="1" dirty="0">
                <a:solidFill>
                  <a:srgbClr val="002060"/>
                </a:solidFill>
              </a:rPr>
              <a:t>Contents</a:t>
            </a:r>
            <a:endParaRPr lang="en-US" sz="5389" dirty="0">
              <a:solidFill>
                <a:srgbClr val="002060"/>
              </a:solidFill>
            </a:endParaRPr>
          </a:p>
        </p:txBody>
      </p:sp>
      <p:sp>
        <p:nvSpPr>
          <p:cNvPr id="6" name="Text Placeholder 4">
            <a:extLst>
              <a:ext uri="{FF2B5EF4-FFF2-40B4-BE49-F238E27FC236}">
                <a16:creationId xmlns:a16="http://schemas.microsoft.com/office/drawing/2014/main" id="{53ADEBCE-2029-4577-8BB2-DBD2425382BA}"/>
              </a:ext>
            </a:extLst>
          </p:cNvPr>
          <p:cNvSpPr txBox="1">
            <a:spLocks/>
          </p:cNvSpPr>
          <p:nvPr/>
        </p:nvSpPr>
        <p:spPr>
          <a:xfrm>
            <a:off x="433387" y="992187"/>
            <a:ext cx="9985987" cy="6306748"/>
          </a:xfrm>
          <a:prstGeom prst="rect">
            <a:avLst/>
          </a:prstGeom>
        </p:spPr>
        <p:txBody>
          <a:bodyPr/>
          <a:lstStyle>
            <a:lvl1pPr marL="342900" indent="-342900" algn="l" defTabSz="914400" eaLnBrk="1" fontAlgn="auto" latinLnBrk="0" hangingPunct="1">
              <a:spcBef>
                <a:spcPts val="1000"/>
              </a:spcBef>
              <a:spcAft>
                <a:spcPts val="0"/>
              </a:spcAft>
              <a:buClr>
                <a:schemeClr val="accent1"/>
              </a:buClr>
              <a:buSzPct val="80000"/>
              <a:buFont typeface="Wingdings 3" charset="2"/>
              <a:buChar char=""/>
              <a:defRPr sz="1800" kern="1200">
                <a:solidFill>
                  <a:srgbClr val="404040"/>
                </a:solidFill>
                <a:latin typeface="Trebuchet MS" charset="0"/>
                <a:ea typeface="华文新魏" charset="0"/>
                <a:cs typeface="Trebuchet MS" charset="0"/>
              </a:defRPr>
            </a:lvl1pPr>
            <a:lvl2pPr marL="742950" indent="-285750" algn="l" defTabSz="914400" eaLnBrk="1" fontAlgn="auto" latinLnBrk="0" hangingPunct="1">
              <a:spcBef>
                <a:spcPts val="1000"/>
              </a:spcBef>
              <a:spcAft>
                <a:spcPts val="0"/>
              </a:spcAft>
              <a:buClr>
                <a:schemeClr val="accent1"/>
              </a:buClr>
              <a:buSzPct val="80000"/>
              <a:buFont typeface="Wingdings 3" charset="2"/>
              <a:buChar char=""/>
              <a:defRPr sz="1600" kern="1200">
                <a:solidFill>
                  <a:srgbClr val="404040"/>
                </a:solidFill>
                <a:latin typeface="Trebuchet MS" charset="0"/>
                <a:ea typeface="华文新魏" charset="0"/>
                <a:cs typeface="Trebuchet MS" charset="0"/>
              </a:defRPr>
            </a:lvl2pPr>
            <a:lvl3pPr marL="1143000" indent="-228600" algn="l" defTabSz="914400" eaLnBrk="1" fontAlgn="auto" latinLnBrk="0" hangingPunct="1">
              <a:spcBef>
                <a:spcPts val="1000"/>
              </a:spcBef>
              <a:spcAft>
                <a:spcPts val="0"/>
              </a:spcAft>
              <a:buClr>
                <a:schemeClr val="accent1"/>
              </a:buClr>
              <a:buSzPct val="80000"/>
              <a:buFont typeface="Wingdings 3" charset="2"/>
              <a:buChar char=""/>
              <a:defRPr sz="1400" kern="1200">
                <a:solidFill>
                  <a:srgbClr val="404040"/>
                </a:solidFill>
                <a:latin typeface="Trebuchet MS" charset="0"/>
                <a:ea typeface="华文新魏" charset="0"/>
                <a:cs typeface="Trebuchet MS" charset="0"/>
              </a:defRPr>
            </a:lvl3pPr>
            <a:lvl4pPr marL="16002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4pPr>
            <a:lvl5pPr marL="20574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5pPr>
            <a:lvl6pPr marL="25146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6pPr>
            <a:lvl7pPr marL="29718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7pPr>
            <a:lvl8pPr marL="34290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8pPr>
            <a:lvl9pPr marL="3429000" indent="-228600" algn="l" defTabSz="914400" eaLnBrk="1" fontAlgn="auto" latinLnBrk="0" hangingPunct="1">
              <a:spcBef>
                <a:spcPts val="1000"/>
              </a:spcBef>
              <a:spcAft>
                <a:spcPts val="0"/>
              </a:spcAft>
              <a:buClr>
                <a:schemeClr val="accent1"/>
              </a:buClr>
              <a:buSzPct val="80000"/>
              <a:buFont typeface="Wingdings 3" charset="2"/>
              <a:buChar char=""/>
              <a:defRPr sz="1200" kern="1200">
                <a:solidFill>
                  <a:srgbClr val="404040"/>
                </a:solidFill>
                <a:latin typeface="Trebuchet MS" charset="0"/>
                <a:ea typeface="华文新魏" charset="0"/>
                <a:cs typeface="Trebuchet MS" charset="0"/>
              </a:defRPr>
            </a:lvl9pPr>
          </a:lstStyle>
          <a:p>
            <a:pPr>
              <a:lnSpc>
                <a:spcPct val="150000"/>
              </a:lnSpc>
              <a:buFont typeface="Noto Sans Symbols"/>
              <a:buChar char="⮚"/>
            </a:pPr>
            <a:r>
              <a:rPr lang="en-US" sz="2400" dirty="0">
                <a:solidFill>
                  <a:schemeClr val="dk1"/>
                </a:solidFill>
                <a:latin typeface="Times New Roman"/>
                <a:ea typeface="Times New Roman"/>
                <a:cs typeface="Times New Roman"/>
                <a:sym typeface="Times New Roman"/>
              </a:rPr>
              <a:t>Introduction </a:t>
            </a:r>
          </a:p>
          <a:p>
            <a:pPr>
              <a:lnSpc>
                <a:spcPct val="150000"/>
              </a:lnSpc>
              <a:buFont typeface="Noto Sans Symbols"/>
              <a:buChar char="⮚"/>
            </a:pPr>
            <a:r>
              <a:rPr lang="en-US" sz="2400" dirty="0">
                <a:solidFill>
                  <a:schemeClr val="dk1"/>
                </a:solidFill>
                <a:latin typeface="Times New Roman"/>
                <a:ea typeface="Times New Roman"/>
                <a:cs typeface="Times New Roman"/>
                <a:sym typeface="Times New Roman"/>
              </a:rPr>
              <a:t>Problem Statement</a:t>
            </a:r>
          </a:p>
          <a:p>
            <a:pPr>
              <a:lnSpc>
                <a:spcPct val="150000"/>
              </a:lnSpc>
              <a:buFont typeface="Noto Sans Symbols"/>
              <a:buChar char="⮚"/>
            </a:pPr>
            <a:r>
              <a:rPr lang="en-US" sz="2400" dirty="0">
                <a:solidFill>
                  <a:schemeClr val="dk1"/>
                </a:solidFill>
                <a:latin typeface="Times New Roman"/>
                <a:ea typeface="Times New Roman"/>
                <a:cs typeface="Times New Roman"/>
              </a:rPr>
              <a:t>Software and hardware requirements/materials and methods/methodology/Design/SOP</a:t>
            </a:r>
          </a:p>
          <a:p>
            <a:pPr>
              <a:lnSpc>
                <a:spcPct val="150000"/>
              </a:lnSpc>
              <a:buFont typeface="Noto Sans Symbols"/>
              <a:buChar char="⮚"/>
            </a:pPr>
            <a:r>
              <a:rPr lang="en-US" sz="2400" dirty="0">
                <a:solidFill>
                  <a:schemeClr val="dk1"/>
                </a:solidFill>
                <a:latin typeface="Times New Roman"/>
                <a:ea typeface="Times New Roman"/>
                <a:cs typeface="Times New Roman"/>
              </a:rPr>
              <a:t>Implementation and results/testing and validation/Results and discussion </a:t>
            </a:r>
          </a:p>
          <a:p>
            <a:pPr>
              <a:lnSpc>
                <a:spcPct val="150000"/>
              </a:lnSpc>
              <a:buFont typeface="Noto Sans Symbols"/>
              <a:buChar char="⮚"/>
            </a:pPr>
            <a:r>
              <a:rPr lang="en-US" sz="2400" dirty="0">
                <a:solidFill>
                  <a:schemeClr val="dk1"/>
                </a:solidFill>
                <a:latin typeface="Times New Roman"/>
                <a:ea typeface="Times New Roman"/>
                <a:cs typeface="Times New Roman"/>
              </a:rPr>
              <a:t>Conclusion and scope for future work</a:t>
            </a:r>
          </a:p>
          <a:p>
            <a:pPr>
              <a:lnSpc>
                <a:spcPct val="150000"/>
              </a:lnSpc>
              <a:buFont typeface="Noto Sans Symbols"/>
              <a:buChar char="⮚"/>
            </a:pPr>
            <a:r>
              <a:rPr lang="en-US" sz="2400" dirty="0">
                <a:solidFill>
                  <a:schemeClr val="dk1"/>
                </a:solidFill>
                <a:latin typeface="Times New Roman"/>
                <a:cs typeface="Times New Roman"/>
                <a:sym typeface="Times New Roman"/>
              </a:rPr>
              <a:t>Acknowledgment</a:t>
            </a:r>
            <a:r>
              <a:rPr lang="en-US" sz="2400" dirty="0">
                <a:solidFill>
                  <a:schemeClr val="dk1"/>
                </a:solidFill>
                <a:latin typeface="Times New Roman"/>
                <a:cs typeface="Times New Roman"/>
              </a:rPr>
              <a:t>s</a:t>
            </a:r>
            <a:r>
              <a:rPr lang="en-US" sz="2400" dirty="0">
                <a:solidFill>
                  <a:schemeClr val="dk1"/>
                </a:solidFill>
                <a:latin typeface="Times New Roman"/>
                <a:cs typeface="Times New Roman"/>
                <a:sym typeface="Times New Roman"/>
              </a:rPr>
              <a:t> </a:t>
            </a:r>
          </a:p>
          <a:p>
            <a:pPr>
              <a:lnSpc>
                <a:spcPct val="150000"/>
              </a:lnSpc>
              <a:buFont typeface="Noto Sans Symbols"/>
              <a:buChar char="⮚"/>
            </a:pPr>
            <a:r>
              <a:rPr lang="en-US" sz="2400" dirty="0">
                <a:solidFill>
                  <a:schemeClr val="dk1"/>
                </a:solidFill>
                <a:latin typeface="Times New Roman"/>
                <a:cs typeface="Times New Roman"/>
                <a:sym typeface="Times New Roman"/>
              </a:rPr>
              <a:t>References</a:t>
            </a:r>
            <a:endParaRPr lang="en-US" sz="2400" dirty="0">
              <a:solidFill>
                <a:schemeClr val="dk1"/>
              </a:solidFill>
              <a:latin typeface="Times New Roman"/>
              <a:cs typeface="Times New Roman"/>
            </a:endParaRPr>
          </a:p>
          <a:p>
            <a:pPr marL="559972">
              <a:lnSpc>
                <a:spcPct val="150000"/>
              </a:lnSpc>
              <a:spcBef>
                <a:spcPts val="0"/>
              </a:spcBef>
              <a:buSzPts val="1800"/>
              <a:buFont typeface="Noto Sans Symbols"/>
              <a:buChar char="⮚"/>
            </a:pPr>
            <a:endParaRPr lang="en-US" sz="2400" dirty="0"/>
          </a:p>
          <a:p>
            <a:pPr marL="559972" indent="-279985">
              <a:lnSpc>
                <a:spcPct val="150000"/>
              </a:lnSpc>
              <a:spcBef>
                <a:spcPts val="0"/>
              </a:spcBef>
              <a:buSzPts val="1800"/>
              <a:buNone/>
            </a:pPr>
            <a:endParaRPr lang="en-US" sz="2400" dirty="0"/>
          </a:p>
          <a:p>
            <a:pPr marL="559972" indent="-279985">
              <a:lnSpc>
                <a:spcPct val="150000"/>
              </a:lnSpc>
              <a:spcBef>
                <a:spcPts val="0"/>
              </a:spcBef>
              <a:buSzPts val="1800"/>
              <a:buNone/>
            </a:pPr>
            <a:endParaRPr lang="en-US" sz="2400" dirty="0"/>
          </a:p>
          <a:p>
            <a:pPr marL="559972" indent="-279985">
              <a:lnSpc>
                <a:spcPct val="150000"/>
              </a:lnSpc>
              <a:spcBef>
                <a:spcPts val="0"/>
              </a:spcBef>
              <a:buSzPts val="1800"/>
              <a:buNone/>
            </a:pPr>
            <a:endParaRPr lang="en-US" sz="2400" dirty="0"/>
          </a:p>
          <a:p>
            <a:pPr marL="559972" indent="-279985">
              <a:lnSpc>
                <a:spcPct val="150000"/>
              </a:lnSpc>
              <a:spcBef>
                <a:spcPts val="0"/>
              </a:spcBef>
              <a:buSzPts val="1800"/>
              <a:buNone/>
            </a:pPr>
            <a:endParaRPr lang="en-US" sz="2400" dirty="0"/>
          </a:p>
          <a:p>
            <a:pPr marL="559972" indent="-279985">
              <a:lnSpc>
                <a:spcPct val="150000"/>
              </a:lnSpc>
              <a:spcBef>
                <a:spcPts val="0"/>
              </a:spcBef>
              <a:buSzPts val="1800"/>
              <a:buNone/>
            </a:pPr>
            <a:endParaRPr lang="en-US" sz="2400" dirty="0"/>
          </a:p>
          <a:p>
            <a:pPr marL="559972" indent="-279985">
              <a:lnSpc>
                <a:spcPct val="150000"/>
              </a:lnSpc>
              <a:spcBef>
                <a:spcPts val="0"/>
              </a:spcBef>
              <a:buSzPts val="1800"/>
              <a:buNone/>
            </a:pPr>
            <a:endParaRPr lang="en-US" sz="2400" dirty="0"/>
          </a:p>
          <a:p>
            <a:pPr marL="559972" indent="-279985">
              <a:lnSpc>
                <a:spcPct val="150000"/>
              </a:lnSpc>
              <a:spcBef>
                <a:spcPts val="0"/>
              </a:spcBef>
              <a:buSzPts val="1800"/>
              <a:buNone/>
            </a:pPr>
            <a:endParaRPr lang="en-US" sz="2400" dirty="0"/>
          </a:p>
        </p:txBody>
      </p:sp>
    </p:spTree>
    <p:extLst>
      <p:ext uri="{BB962C8B-B14F-4D97-AF65-F5344CB8AC3E}">
        <p14:creationId xmlns:p14="http://schemas.microsoft.com/office/powerpoint/2010/main" val="305945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3</a:t>
            </a:fld>
            <a:endParaRPr lang="en-US"/>
          </a:p>
        </p:txBody>
      </p:sp>
      <p:sp>
        <p:nvSpPr>
          <p:cNvPr id="9" name="Google Shape;85;p16"/>
          <p:cNvSpPr/>
          <p:nvPr/>
        </p:nvSpPr>
        <p:spPr>
          <a:xfrm>
            <a:off x="3557587" y="306387"/>
            <a:ext cx="3776412" cy="619957"/>
          </a:xfrm>
          <a:prstGeom prst="rect">
            <a:avLst/>
          </a:prstGeom>
          <a:noFill/>
          <a:ln>
            <a:noFill/>
          </a:ln>
        </p:spPr>
        <p:txBody>
          <a:bodyPr spcFirstLastPara="1" wrap="square" lIns="111975" tIns="55972" rIns="111975" bIns="55972" anchor="t" anchorCtr="0">
            <a:noAutofit/>
          </a:bodyPr>
          <a:lstStyle/>
          <a:p>
            <a:r>
              <a:rPr lang="en-US" sz="3429" b="1" dirty="0">
                <a:solidFill>
                  <a:srgbClr val="FF0000"/>
                </a:solidFill>
                <a:latin typeface="Times New Roman"/>
                <a:ea typeface="Times New Roman"/>
                <a:cs typeface="Times New Roman"/>
                <a:sym typeface="Times New Roman"/>
              </a:rPr>
              <a:t>INTRODUCTION</a:t>
            </a:r>
          </a:p>
        </p:txBody>
      </p:sp>
      <p:sp>
        <p:nvSpPr>
          <p:cNvPr id="6" name="Rectangle 5"/>
          <p:cNvSpPr/>
          <p:nvPr/>
        </p:nvSpPr>
        <p:spPr>
          <a:xfrm>
            <a:off x="169931" y="1144587"/>
            <a:ext cx="9875177" cy="2677656"/>
          </a:xfrm>
          <a:prstGeom prst="rect">
            <a:avLst/>
          </a:prstGeom>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proposed system utilizes clinical data such as age, bilirubin levels, albumin levels, and other medical parameters to predict the stage of cirrhosis. It integrates machine learning models with a web-based interface to provide quick and reliable predictions. This approach reduces dependency on manual diagnosis and supports healthcare professionals in making better clinical decisions.</a:t>
            </a:r>
            <a:endParaRPr lang="en-US" sz="28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974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
        <p:nvSpPr>
          <p:cNvPr id="5" name="TextBox 4"/>
          <p:cNvSpPr txBox="1"/>
          <p:nvPr/>
        </p:nvSpPr>
        <p:spPr>
          <a:xfrm>
            <a:off x="2490787" y="153987"/>
            <a:ext cx="5724836" cy="819268"/>
          </a:xfrm>
          <a:prstGeom prst="rect">
            <a:avLst/>
          </a:prstGeom>
          <a:noFill/>
        </p:spPr>
        <p:txBody>
          <a:bodyPr rot="0" spcFirstLastPara="0" vertOverflow="overflow" horzOverflow="overflow" vert="horz" wrap="square" lIns="111992" tIns="55996" rIns="111992" bIns="55996" numCol="1" spcCol="0" rtlCol="0" fromWordArt="0" anchor="t" anchorCtr="0" forceAA="0" compatLnSpc="1">
            <a:prstTxWarp prst="textNoShape">
              <a:avLst/>
            </a:prstTxWarp>
            <a:spAutoFit/>
          </a:bodyPr>
          <a:lstStyle/>
          <a:p>
            <a:pPr algn="ctr"/>
            <a:r>
              <a:rPr lang="en-US" sz="4410" b="1" dirty="0">
                <a:solidFill>
                  <a:srgbClr val="FF0000"/>
                </a:solidFill>
                <a:latin typeface="Times New Roman"/>
                <a:cs typeface="Segoe UI"/>
              </a:rPr>
              <a:t>Problem Statement</a:t>
            </a:r>
            <a:endParaRPr lang="en-US" sz="2204" dirty="0">
              <a:cs typeface="Segoe UI"/>
            </a:endParaRPr>
          </a:p>
        </p:txBody>
      </p:sp>
      <p:sp>
        <p:nvSpPr>
          <p:cNvPr id="4" name="TextBox 3">
            <a:extLst>
              <a:ext uri="{FF2B5EF4-FFF2-40B4-BE49-F238E27FC236}">
                <a16:creationId xmlns:a16="http://schemas.microsoft.com/office/drawing/2014/main" id="{382B8335-8808-0E9D-E790-EA352180F2AD}"/>
              </a:ext>
            </a:extLst>
          </p:cNvPr>
          <p:cNvSpPr txBox="1"/>
          <p:nvPr/>
        </p:nvSpPr>
        <p:spPr>
          <a:xfrm>
            <a:off x="433387" y="973255"/>
            <a:ext cx="9753600" cy="3970318"/>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Liver cirrhosis is a chronic condition characterized by irreversible damage to liver tissues, which significantly affects its functioning. Detecting the disease in its early stages is difficult and often requires expert medical analysis and expensive diagnostic tests. Manual classification of disease stages may lead to inconsistencies and errors. Delayed diagnosis further reduces the chances of effective treatment, making it essential to develop an automated and efficient prediction system.</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397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3B544-5EF8-C92D-7D4B-31A10D10C23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FE573BA-FD8C-0C6A-A923-4F44FE78C123}"/>
              </a:ext>
            </a:extLst>
          </p:cNvPr>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a:extLst>
              <a:ext uri="{FF2B5EF4-FFF2-40B4-BE49-F238E27FC236}">
                <a16:creationId xmlns:a16="http://schemas.microsoft.com/office/drawing/2014/main" id="{5AB32AB7-1D36-2771-E59C-408F0C6E18E0}"/>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5" name="TextBox 4">
            <a:extLst>
              <a:ext uri="{FF2B5EF4-FFF2-40B4-BE49-F238E27FC236}">
                <a16:creationId xmlns:a16="http://schemas.microsoft.com/office/drawing/2014/main" id="{4CC9F537-9FF8-8AA8-0D78-49A0300CE16E}"/>
              </a:ext>
            </a:extLst>
          </p:cNvPr>
          <p:cNvSpPr txBox="1"/>
          <p:nvPr/>
        </p:nvSpPr>
        <p:spPr>
          <a:xfrm>
            <a:off x="860829" y="52498"/>
            <a:ext cx="8898714" cy="511037"/>
          </a:xfrm>
          <a:prstGeom prst="rect">
            <a:avLst/>
          </a:prstGeom>
          <a:noFill/>
        </p:spPr>
        <p:txBody>
          <a:bodyPr wrap="square">
            <a:spAutoFit/>
          </a:bodyPr>
          <a:lstStyle/>
          <a:p>
            <a:pPr algn="ctr"/>
            <a:r>
              <a:rPr lang="en-US" sz="2721" b="1" dirty="0">
                <a:solidFill>
                  <a:srgbClr val="FF0000"/>
                </a:solidFill>
                <a:latin typeface="Times New Roman"/>
                <a:ea typeface="Times New Roman"/>
                <a:cs typeface="Times New Roman"/>
                <a:sym typeface="Times New Roman"/>
              </a:rPr>
              <a:t>Project work Timeline</a:t>
            </a:r>
            <a:endParaRPr lang="en-IN" sz="4989" dirty="0"/>
          </a:p>
        </p:txBody>
      </p:sp>
      <p:pic>
        <p:nvPicPr>
          <p:cNvPr id="7" name="Picture 6">
            <a:extLst>
              <a:ext uri="{FF2B5EF4-FFF2-40B4-BE49-F238E27FC236}">
                <a16:creationId xmlns:a16="http://schemas.microsoft.com/office/drawing/2014/main" id="{28CDBA77-9F03-4D96-7D11-3CD9B7C88CBC}"/>
              </a:ext>
            </a:extLst>
          </p:cNvPr>
          <p:cNvPicPr>
            <a:picLocks noChangeAspect="1"/>
          </p:cNvPicPr>
          <p:nvPr/>
        </p:nvPicPr>
        <p:blipFill>
          <a:blip r:embed="rId2"/>
          <a:stretch>
            <a:fillRect/>
          </a:stretch>
        </p:blipFill>
        <p:spPr>
          <a:xfrm>
            <a:off x="2334566" y="711084"/>
            <a:ext cx="5951240" cy="3163422"/>
          </a:xfrm>
          <a:prstGeom prst="rect">
            <a:avLst/>
          </a:prstGeom>
        </p:spPr>
      </p:pic>
      <p:pic>
        <p:nvPicPr>
          <p:cNvPr id="8" name="Picture 7">
            <a:extLst>
              <a:ext uri="{FF2B5EF4-FFF2-40B4-BE49-F238E27FC236}">
                <a16:creationId xmlns:a16="http://schemas.microsoft.com/office/drawing/2014/main" id="{CABA4962-755F-E8D6-29D9-9F2B9507D0CC}"/>
              </a:ext>
            </a:extLst>
          </p:cNvPr>
          <p:cNvPicPr>
            <a:picLocks noChangeAspect="1"/>
          </p:cNvPicPr>
          <p:nvPr/>
        </p:nvPicPr>
        <p:blipFill>
          <a:blip r:embed="rId3"/>
          <a:stretch>
            <a:fillRect/>
          </a:stretch>
        </p:blipFill>
        <p:spPr>
          <a:xfrm>
            <a:off x="2334566" y="3887787"/>
            <a:ext cx="5962604" cy="3131830"/>
          </a:xfrm>
          <a:prstGeom prst="rect">
            <a:avLst/>
          </a:prstGeom>
        </p:spPr>
      </p:pic>
    </p:spTree>
    <p:extLst>
      <p:ext uri="{BB962C8B-B14F-4D97-AF65-F5344CB8AC3E}">
        <p14:creationId xmlns:p14="http://schemas.microsoft.com/office/powerpoint/2010/main" val="1980376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6</a:t>
            </a:fld>
            <a:endParaRPr lang="en-US"/>
          </a:p>
        </p:txBody>
      </p:sp>
      <p:sp>
        <p:nvSpPr>
          <p:cNvPr id="6" name="Google Shape;91;p17"/>
          <p:cNvSpPr txBox="1">
            <a:spLocks/>
          </p:cNvSpPr>
          <p:nvPr/>
        </p:nvSpPr>
        <p:spPr>
          <a:xfrm>
            <a:off x="661987" y="153987"/>
            <a:ext cx="9519353" cy="724203"/>
          </a:xfrm>
          <a:prstGeom prst="rect">
            <a:avLst/>
          </a:prstGeom>
          <a:noFill/>
          <a:ln>
            <a:noFill/>
          </a:ln>
        </p:spPr>
        <p:txBody>
          <a:bodyPr spcFirstLastPara="1" wrap="square" lIns="0" tIns="55972" rIns="0" bIns="0" anchor="b" anchorCtr="0">
            <a:noAutofit/>
          </a:bodyPr>
          <a:lstStyle>
            <a:lvl1pPr algn="l" rtl="0" eaLnBrk="1" latinLnBrk="0" hangingPunct="1">
              <a:spcBef>
                <a:spcPct val="0"/>
              </a:spcBef>
              <a:buNone/>
              <a:defRPr kumimoji="0" sz="4000" kern="1200">
                <a:solidFill>
                  <a:schemeClr val="tx2"/>
                </a:solidFill>
                <a:latin typeface="Times New Roman" panose="02020603050405020304" pitchFamily="18" charset="0"/>
                <a:ea typeface="+mj-ea"/>
                <a:cs typeface="Times New Roman" panose="02020603050405020304" pitchFamily="18" charset="0"/>
              </a:defRPr>
            </a:lvl1pPr>
          </a:lstStyle>
          <a:p>
            <a:pPr algn="ctr">
              <a:spcBef>
                <a:spcPts val="0"/>
              </a:spcBef>
              <a:buClr>
                <a:srgbClr val="00B050"/>
              </a:buClr>
              <a:buSzPts val="2800"/>
            </a:pPr>
            <a:r>
              <a:rPr lang="en-US" sz="3919" b="1" dirty="0">
                <a:solidFill>
                  <a:srgbClr val="FF0000"/>
                </a:solidFill>
                <a:latin typeface="Times New Roman"/>
                <a:ea typeface="Times New Roman"/>
                <a:cs typeface="Times New Roman"/>
                <a:sym typeface="Times New Roman"/>
              </a:rPr>
              <a:t>objectives</a:t>
            </a:r>
          </a:p>
        </p:txBody>
      </p:sp>
      <p:sp>
        <p:nvSpPr>
          <p:cNvPr id="8" name="TextBox 7">
            <a:extLst>
              <a:ext uri="{FF2B5EF4-FFF2-40B4-BE49-F238E27FC236}">
                <a16:creationId xmlns:a16="http://schemas.microsoft.com/office/drawing/2014/main" id="{DD703F74-C7CC-9452-7A65-33AEC3A6D576}"/>
              </a:ext>
            </a:extLst>
          </p:cNvPr>
          <p:cNvSpPr txBox="1"/>
          <p:nvPr/>
        </p:nvSpPr>
        <p:spPr>
          <a:xfrm>
            <a:off x="585787" y="1525587"/>
            <a:ext cx="7010400" cy="2092881"/>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Predict liver cirrhosis stages using ML</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Enable early diagnosis of disease</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Develop user-friendly web application</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Provide fast and accurate predictions</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Support healthcare professionals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5177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7</a:t>
            </a:fld>
            <a:endParaRPr lang="en-US"/>
          </a:p>
        </p:txBody>
      </p:sp>
      <p:sp>
        <p:nvSpPr>
          <p:cNvPr id="30" name="Google Shape;97;p18"/>
          <p:cNvSpPr txBox="1"/>
          <p:nvPr/>
        </p:nvSpPr>
        <p:spPr>
          <a:xfrm>
            <a:off x="433388" y="382588"/>
            <a:ext cx="9391217" cy="838199"/>
          </a:xfrm>
          <a:prstGeom prst="rect">
            <a:avLst/>
          </a:prstGeom>
          <a:noFill/>
          <a:ln>
            <a:noFill/>
          </a:ln>
        </p:spPr>
        <p:txBody>
          <a:bodyPr spcFirstLastPara="1" wrap="square" lIns="111975" tIns="55972" rIns="111975" bIns="55972" anchor="t" anchorCtr="0">
            <a:noAutofit/>
          </a:bodyPr>
          <a:lstStyle/>
          <a:p>
            <a:pPr algn="ctr"/>
            <a:r>
              <a:rPr lang="en-US" sz="3000" b="1" dirty="0">
                <a:solidFill>
                  <a:srgbClr val="FF0000"/>
                </a:solidFill>
                <a:latin typeface="Times New Roman"/>
                <a:ea typeface="Times New Roman"/>
                <a:cs typeface="Times New Roman"/>
                <a:sym typeface="Times New Roman"/>
              </a:rPr>
              <a:t>Materials and methods Methodology / SOP</a:t>
            </a:r>
            <a:endParaRPr sz="3000" b="1" dirty="0">
              <a:solidFill>
                <a:srgbClr val="FF0000"/>
              </a:solidFill>
              <a:latin typeface="Times New Roman"/>
              <a:ea typeface="Times New Roman"/>
              <a:cs typeface="Times New Roman"/>
              <a:sym typeface="Times New Roman"/>
            </a:endParaRPr>
          </a:p>
        </p:txBody>
      </p:sp>
      <p:sp>
        <p:nvSpPr>
          <p:cNvPr id="17" name="Google Shape;97;p18"/>
          <p:cNvSpPr txBox="1"/>
          <p:nvPr/>
        </p:nvSpPr>
        <p:spPr>
          <a:xfrm>
            <a:off x="667843" y="1205647"/>
            <a:ext cx="9628503" cy="5501540"/>
          </a:xfrm>
          <a:prstGeom prst="rect">
            <a:avLst/>
          </a:prstGeom>
          <a:noFill/>
          <a:ln>
            <a:noFill/>
          </a:ln>
        </p:spPr>
        <p:txBody>
          <a:bodyPr spcFirstLastPara="1" wrap="square" lIns="111975" tIns="55972" rIns="111975" bIns="55972" anchor="t" anchorCtr="0">
            <a:noAutofit/>
          </a:bodyPr>
          <a:lstStyle/>
          <a:p>
            <a:r>
              <a:rPr lang="en-IN" sz="3000" b="1" dirty="0">
                <a:latin typeface="Times New Roman" panose="02020603050405020304" pitchFamily="18" charset="0"/>
                <a:cs typeface="Times New Roman" panose="02020603050405020304" pitchFamily="18" charset="0"/>
              </a:rPr>
              <a:t>Datasets Used:</a:t>
            </a:r>
            <a:endParaRPr lang="en-IN" sz="30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dataset.csv (100 synthetic samples) + cirrhosis.csv (UCI PBC)</a:t>
            </a:r>
          </a:p>
          <a:p>
            <a:r>
              <a:rPr lang="en-IN" sz="3000" b="1" dirty="0">
                <a:latin typeface="Times New Roman" panose="02020603050405020304" pitchFamily="18" charset="0"/>
                <a:cs typeface="Times New Roman" panose="02020603050405020304" pitchFamily="18" charset="0"/>
              </a:rPr>
              <a:t>Tools &amp; Technologies:</a:t>
            </a:r>
            <a:endParaRPr lang="en-IN" sz="30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Python </a:t>
            </a:r>
          </a:p>
          <a:p>
            <a:r>
              <a:rPr lang="en-IN" sz="2600" dirty="0">
                <a:latin typeface="Times New Roman" panose="02020603050405020304" pitchFamily="18" charset="0"/>
                <a:cs typeface="Times New Roman" panose="02020603050405020304" pitchFamily="18" charset="0"/>
              </a:rPr>
              <a:t>	Pandas, NumPy </a:t>
            </a:r>
          </a:p>
          <a:p>
            <a:r>
              <a:rPr lang="en-IN" sz="2600" dirty="0">
                <a:latin typeface="Times New Roman" panose="02020603050405020304" pitchFamily="18" charset="0"/>
                <a:cs typeface="Times New Roman" panose="02020603050405020304" pitchFamily="18" charset="0"/>
              </a:rPr>
              <a:t>	Scikit-learn </a:t>
            </a:r>
          </a:p>
          <a:p>
            <a:r>
              <a:rPr lang="en-IN" sz="2600" dirty="0">
                <a:latin typeface="Times New Roman" panose="02020603050405020304" pitchFamily="18" charset="0"/>
                <a:cs typeface="Times New Roman" panose="02020603050405020304" pitchFamily="18" charset="0"/>
              </a:rPr>
              <a:t>	Flask </a:t>
            </a:r>
          </a:p>
          <a:p>
            <a:r>
              <a:rPr lang="en-IN" sz="2600" dirty="0">
                <a:latin typeface="Times New Roman" panose="02020603050405020304" pitchFamily="18" charset="0"/>
                <a:cs typeface="Times New Roman" panose="02020603050405020304" pitchFamily="18" charset="0"/>
              </a:rPr>
              <a:t>	HTML, CSS, JavaScript </a:t>
            </a:r>
          </a:p>
          <a:p>
            <a:r>
              <a:rPr lang="en-IN" sz="3000" b="1" dirty="0">
                <a:latin typeface="Times New Roman" panose="02020603050405020304" pitchFamily="18" charset="0"/>
                <a:cs typeface="Times New Roman" panose="02020603050405020304" pitchFamily="18" charset="0"/>
              </a:rPr>
              <a:t>Procedure:</a:t>
            </a:r>
            <a:endParaRPr lang="en-IN" sz="30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Data collection </a:t>
            </a:r>
          </a:p>
          <a:p>
            <a:r>
              <a:rPr lang="en-IN" sz="2600" dirty="0">
                <a:latin typeface="Times New Roman" panose="02020603050405020304" pitchFamily="18" charset="0"/>
                <a:cs typeface="Times New Roman" panose="02020603050405020304" pitchFamily="18" charset="0"/>
              </a:rPr>
              <a:t>	Data preprocessing </a:t>
            </a:r>
          </a:p>
          <a:p>
            <a:r>
              <a:rPr lang="en-IN" sz="2600" dirty="0">
                <a:latin typeface="Times New Roman" panose="02020603050405020304" pitchFamily="18" charset="0"/>
                <a:cs typeface="Times New Roman" panose="02020603050405020304" pitchFamily="18" charset="0"/>
              </a:rPr>
              <a:t>	Model training </a:t>
            </a:r>
          </a:p>
          <a:p>
            <a:r>
              <a:rPr lang="en-IN" sz="2600" dirty="0">
                <a:latin typeface="Times New Roman" panose="02020603050405020304" pitchFamily="18" charset="0"/>
                <a:cs typeface="Times New Roman" panose="02020603050405020304" pitchFamily="18" charset="0"/>
              </a:rPr>
              <a:t>	Model deployment</a:t>
            </a:r>
          </a:p>
          <a:p>
            <a:endParaRPr lang="en-IN" dirty="0">
              <a:latin typeface="Times New Roman" panose="02020603050405020304" pitchFamily="18" charset="0"/>
              <a:cs typeface="Times New Roman" panose="02020603050405020304" pitchFamily="18" charset="0"/>
            </a:endParaRPr>
          </a:p>
          <a:p>
            <a:pPr algn="ctr"/>
            <a:endParaRPr b="1" dirty="0">
              <a:solidFill>
                <a:srgbClr val="FF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0808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8</a:t>
            </a:fld>
            <a:endParaRPr lang="en-US"/>
          </a:p>
        </p:txBody>
      </p:sp>
      <p:sp>
        <p:nvSpPr>
          <p:cNvPr id="30" name="Google Shape;97;p18"/>
          <p:cNvSpPr txBox="1"/>
          <p:nvPr/>
        </p:nvSpPr>
        <p:spPr>
          <a:xfrm>
            <a:off x="2370388" y="-43609"/>
            <a:ext cx="5902932" cy="863274"/>
          </a:xfrm>
          <a:prstGeom prst="rect">
            <a:avLst/>
          </a:prstGeom>
          <a:noFill/>
          <a:ln>
            <a:noFill/>
          </a:ln>
        </p:spPr>
        <p:txBody>
          <a:bodyPr spcFirstLastPara="1" wrap="square" lIns="111975" tIns="55972" rIns="111975" bIns="55972" anchor="t" anchorCtr="0">
            <a:noAutofit/>
          </a:bodyPr>
          <a:lstStyle/>
          <a:p>
            <a:pPr algn="ctr"/>
            <a:r>
              <a:rPr lang="en-US" sz="4410" b="1" dirty="0">
                <a:solidFill>
                  <a:srgbClr val="FF0000"/>
                </a:solidFill>
                <a:latin typeface="Times New Roman"/>
                <a:ea typeface="Times New Roman"/>
                <a:cs typeface="Times New Roman"/>
                <a:sym typeface="Times New Roman"/>
              </a:rPr>
              <a:t>Methodology</a:t>
            </a:r>
            <a:endParaRPr sz="4410" b="1" dirty="0">
              <a:solidFill>
                <a:srgbClr val="FF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1A790350-1288-FDF2-C335-AE8121C828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931" y="1582356"/>
            <a:ext cx="10321856" cy="4610862"/>
          </a:xfrm>
          <a:prstGeom prst="rect">
            <a:avLst/>
          </a:prstGeom>
        </p:spPr>
      </p:pic>
    </p:spTree>
    <p:extLst>
      <p:ext uri="{BB962C8B-B14F-4D97-AF65-F5344CB8AC3E}">
        <p14:creationId xmlns:p14="http://schemas.microsoft.com/office/powerpoint/2010/main" val="3616885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a:p>
        </p:txBody>
      </p:sp>
      <p:sp>
        <p:nvSpPr>
          <p:cNvPr id="5" name="TextBox 7"/>
          <p:cNvSpPr txBox="1"/>
          <p:nvPr/>
        </p:nvSpPr>
        <p:spPr>
          <a:xfrm>
            <a:off x="1483781" y="61382"/>
            <a:ext cx="8143643" cy="1054521"/>
          </a:xfrm>
          <a:prstGeom prst="rect">
            <a:avLst/>
          </a:prstGeom>
          <a:noFill/>
        </p:spPr>
        <p:txBody>
          <a:bodyPr rot="0" spcFirstLastPara="0" vertOverflow="overflow" horzOverflow="overflow" vert="horz" wrap="square" lIns="111992" tIns="55996" rIns="111992" bIns="55996" numCol="1" spcCol="0" rtlCol="0" fromWordArt="0" anchor="t" anchorCtr="0" forceAA="0" compatLnSpc="1">
            <a:prstTxWarp prst="textNoShape">
              <a:avLst/>
            </a:prstTxWarp>
            <a:spAutoFit/>
          </a:bodyPr>
          <a:lstStyle/>
          <a:p>
            <a:pPr algn="ctr"/>
            <a:r>
              <a:rPr lang="en-US" sz="5878" b="1" dirty="0">
                <a:latin typeface="Times New Roman"/>
              </a:rPr>
              <a:t>Results and Discussion</a:t>
            </a:r>
            <a:endParaRPr lang="en-US" sz="5878" dirty="0">
              <a:latin typeface="Times New Roman"/>
            </a:endParaRPr>
          </a:p>
        </p:txBody>
      </p:sp>
      <p:sp>
        <p:nvSpPr>
          <p:cNvPr id="8" name="Rectangle 1">
            <a:extLst>
              <a:ext uri="{FF2B5EF4-FFF2-40B4-BE49-F238E27FC236}">
                <a16:creationId xmlns:a16="http://schemas.microsoft.com/office/drawing/2014/main" id="{9E5A049D-9192-49DE-70B3-CA336CB60BA4}"/>
              </a:ext>
            </a:extLst>
          </p:cNvPr>
          <p:cNvSpPr>
            <a:spLocks noChangeArrowheads="1"/>
          </p:cNvSpPr>
          <p:nvPr/>
        </p:nvSpPr>
        <p:spPr bwMode="auto">
          <a:xfrm>
            <a:off x="890587" y="1040854"/>
            <a:ext cx="7862887"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predicts stages from 1 to 4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achieved: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98.4%</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F1 Score: </a:t>
            </a: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0.982</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Cross-validation ensures reliability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Ensemble model improves performance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prediction system</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includes:</a:t>
            </a:r>
          </a:p>
          <a:p>
            <a:pPr marR="0" lvl="0" algn="l" defTabSz="914400" rtl="0" eaLnBrk="0" fontAlgn="base" latinLnBrk="0" hangingPunct="0">
              <a:lnSpc>
                <a:spcPct val="100000"/>
              </a:lnSpc>
              <a:spcBef>
                <a:spcPct val="0"/>
              </a:spcBef>
              <a:spcAft>
                <a:spcPct val="0"/>
              </a:spcAft>
              <a:buClrTx/>
              <a:buSzTx/>
              <a:tabLst/>
            </a:pPr>
            <a:r>
              <a:rPr lang="en-US" altLang="en-US" sz="2600" dirty="0">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Stage prediction</a:t>
            </a:r>
          </a:p>
          <a:p>
            <a:pPr marR="0" lvl="0" algn="l" defTabSz="914400" rtl="0" eaLnBrk="0" fontAlgn="base" latinLnBrk="0" hangingPunct="0">
              <a:lnSpc>
                <a:spcPct val="100000"/>
              </a:lnSpc>
              <a:spcBef>
                <a:spcPct val="0"/>
              </a:spcBef>
              <a:spcAft>
                <a:spcPct val="0"/>
              </a:spcAft>
              <a:buClrTx/>
              <a:buSzTx/>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Risk level</a:t>
            </a:r>
          </a:p>
          <a:p>
            <a:pPr marR="0" lvl="0" algn="l" defTabSz="914400" rtl="0" eaLnBrk="0" fontAlgn="base" latinLnBrk="0" hangingPunct="0">
              <a:lnSpc>
                <a:spcPct val="100000"/>
              </a:lnSpc>
              <a:spcBef>
                <a:spcPct val="0"/>
              </a:spcBef>
              <a:spcAft>
                <a:spcPct val="0"/>
              </a:spcAft>
              <a:buClrTx/>
              <a:buSzTx/>
              <a:tabLst/>
            </a:pPr>
            <a:r>
              <a:rPr lang="en-US" altLang="en-US" sz="2600" dirty="0">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Confidence score</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Example:</a:t>
            </a:r>
          </a:p>
          <a:p>
            <a:pPr marR="0" lvl="0" algn="l" defTabSz="914400" rtl="0" eaLnBrk="0" fontAlgn="base" latinLnBrk="0" hangingPunct="0">
              <a:lnSpc>
                <a:spcPct val="100000"/>
              </a:lnSpc>
              <a:spcBef>
                <a:spcPct val="0"/>
              </a:spcBef>
              <a:spcAft>
                <a:spcPct val="0"/>
              </a:spcAft>
              <a:buClrTx/>
              <a:buSzTx/>
              <a:tabLst/>
            </a:pPr>
            <a:r>
              <a:rPr lang="en-US" altLang="en-US" sz="2600" dirty="0">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Stage 3 (High Risk)</a:t>
            </a:r>
          </a:p>
          <a:p>
            <a:pPr marR="0" lvl="0" algn="l" defTabSz="914400" rtl="0" eaLnBrk="0" fontAlgn="base" latinLnBrk="0" hangingPunct="0">
              <a:lnSpc>
                <a:spcPct val="100000"/>
              </a:lnSpc>
              <a:spcBef>
                <a:spcPct val="0"/>
              </a:spcBef>
              <a:spcAft>
                <a:spcPct val="0"/>
              </a:spcAft>
              <a:buClrTx/>
              <a:buSzTx/>
              <a:tabLst/>
            </a:pPr>
            <a:r>
              <a:rPr lang="en-US" altLang="en-US" sz="2600" dirty="0">
                <a:latin typeface="Times New Roman" panose="02020603050405020304" pitchFamily="18" charset="0"/>
                <a:cs typeface="Times New Roman" panose="02020603050405020304" pitchFamily="18" charset="0"/>
              </a:rPr>
              <a:t>	</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Confidence: 87%</a:t>
            </a:r>
          </a:p>
        </p:txBody>
      </p:sp>
    </p:spTree>
    <p:extLst>
      <p:ext uri="{BB962C8B-B14F-4D97-AF65-F5344CB8AC3E}">
        <p14:creationId xmlns:p14="http://schemas.microsoft.com/office/powerpoint/2010/main" val="18905746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10</a:t>
            </a:fld>
            <a:endParaRPr lang="en-US"/>
          </a:p>
        </p:txBody>
      </p:sp>
      <p:sp>
        <p:nvSpPr>
          <p:cNvPr id="4" name="Rectangle 3"/>
          <p:cNvSpPr/>
          <p:nvPr/>
        </p:nvSpPr>
        <p:spPr>
          <a:xfrm>
            <a:off x="9577387" y="382587"/>
            <a:ext cx="922047" cy="431528"/>
          </a:xfrm>
          <a:prstGeom prst="rect">
            <a:avLst/>
          </a:prstGeom>
        </p:spPr>
        <p:txBody>
          <a:bodyPr wrap="none">
            <a:spAutoFit/>
          </a:bodyPr>
          <a:lstStyle/>
          <a:p>
            <a:pPr algn="ctr"/>
            <a:r>
              <a:rPr lang="en-US" sz="2204" b="1" dirty="0">
                <a:latin typeface="Times New Roman"/>
              </a:rPr>
              <a:t>Cont..</a:t>
            </a:r>
            <a:endParaRPr lang="en-US" sz="2204" dirty="0">
              <a:latin typeface="Times New Roman"/>
            </a:endParaRPr>
          </a:p>
        </p:txBody>
      </p:sp>
      <p:sp>
        <p:nvSpPr>
          <p:cNvPr id="5" name="Rectangle 4"/>
          <p:cNvSpPr/>
          <p:nvPr/>
        </p:nvSpPr>
        <p:spPr>
          <a:xfrm>
            <a:off x="3862387" y="382587"/>
            <a:ext cx="2933815" cy="431528"/>
          </a:xfrm>
          <a:prstGeom prst="rect">
            <a:avLst/>
          </a:prstGeom>
        </p:spPr>
        <p:txBody>
          <a:bodyPr wrap="none">
            <a:spAutoFit/>
          </a:bodyPr>
          <a:lstStyle/>
          <a:p>
            <a:pPr algn="ctr"/>
            <a:r>
              <a:rPr lang="en-US" sz="2204" b="1" dirty="0">
                <a:latin typeface="Times New Roman"/>
              </a:rPr>
              <a:t>Results and Discussion</a:t>
            </a:r>
            <a:endParaRPr lang="en-US" sz="2204" dirty="0">
              <a:latin typeface="Times New Roman"/>
            </a:endParaRPr>
          </a:p>
        </p:txBody>
      </p:sp>
      <p:sp>
        <p:nvSpPr>
          <p:cNvPr id="6" name="TextBox 5">
            <a:extLst>
              <a:ext uri="{FF2B5EF4-FFF2-40B4-BE49-F238E27FC236}">
                <a16:creationId xmlns:a16="http://schemas.microsoft.com/office/drawing/2014/main" id="{E5E0B8FB-5241-1600-807F-AD7C89B18E69}"/>
              </a:ext>
            </a:extLst>
          </p:cNvPr>
          <p:cNvSpPr txBox="1"/>
          <p:nvPr/>
        </p:nvSpPr>
        <p:spPr>
          <a:xfrm>
            <a:off x="700949" y="1296987"/>
            <a:ext cx="9344160" cy="4555093"/>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System reduces diagnosis time</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Provides consistent predictions</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Helps doctors in decision-making</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Easy to use interface</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Scalable for future improvements</a:t>
            </a:r>
          </a:p>
          <a:p>
            <a:r>
              <a:rPr lang="en-US" sz="3000" b="1" dirty="0">
                <a:latin typeface="Times New Roman" panose="02020603050405020304" pitchFamily="18" charset="0"/>
                <a:cs typeface="Times New Roman" panose="02020603050405020304" pitchFamily="18" charset="0"/>
              </a:rPr>
              <a:t>Advantages:</a:t>
            </a:r>
          </a:p>
          <a:p>
            <a:r>
              <a:rPr lang="en-US"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Fast processing</a:t>
            </a:r>
          </a:p>
          <a:p>
            <a:r>
              <a:rPr lang="en-US" sz="2600" dirty="0">
                <a:latin typeface="Times New Roman" panose="02020603050405020304" pitchFamily="18" charset="0"/>
                <a:cs typeface="Times New Roman" panose="02020603050405020304" pitchFamily="18" charset="0"/>
              </a:rPr>
              <a:t>	User-friendly system</a:t>
            </a:r>
          </a:p>
          <a:p>
            <a:r>
              <a:rPr lang="en-US" sz="2600" dirty="0">
                <a:latin typeface="Times New Roman" panose="02020603050405020304" pitchFamily="18" charset="0"/>
                <a:cs typeface="Times New Roman" panose="02020603050405020304" pitchFamily="18" charset="0"/>
              </a:rPr>
              <a:t>	Accurate predictions</a:t>
            </a:r>
          </a:p>
          <a:p>
            <a:r>
              <a:rPr lang="en-US" sz="2600" dirty="0">
                <a:latin typeface="Times New Roman" panose="02020603050405020304" pitchFamily="18" charset="0"/>
                <a:cs typeface="Times New Roman" panose="02020603050405020304" pitchFamily="18" charset="0"/>
              </a:rPr>
              <a:t>	Supports clinical decisions</a:t>
            </a:r>
          </a:p>
          <a:p>
            <a:r>
              <a:rPr lang="en-US" sz="2600" dirty="0">
                <a:latin typeface="Times New Roman" panose="02020603050405020304" pitchFamily="18" charset="0"/>
                <a:cs typeface="Times New Roman" panose="02020603050405020304" pitchFamily="18" charset="0"/>
              </a:rPr>
              <a:t>	Reduces manual effort</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451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E9FE28-463A-49C2-40E7-87CCD9EB0146}"/>
              </a:ext>
            </a:extLst>
          </p:cNvPr>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a:extLst>
              <a:ext uri="{FF2B5EF4-FFF2-40B4-BE49-F238E27FC236}">
                <a16:creationId xmlns:a16="http://schemas.microsoft.com/office/drawing/2014/main" id="{A5097B13-324F-53AC-C513-6C47FFC5D8EA}"/>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4" name="Rectangle 3">
            <a:extLst>
              <a:ext uri="{FF2B5EF4-FFF2-40B4-BE49-F238E27FC236}">
                <a16:creationId xmlns:a16="http://schemas.microsoft.com/office/drawing/2014/main" id="{F1752F9D-7DDC-CBC1-1815-D2F28D18F815}"/>
              </a:ext>
            </a:extLst>
          </p:cNvPr>
          <p:cNvSpPr/>
          <p:nvPr/>
        </p:nvSpPr>
        <p:spPr>
          <a:xfrm>
            <a:off x="3862387" y="382587"/>
            <a:ext cx="2933815" cy="431528"/>
          </a:xfrm>
          <a:prstGeom prst="rect">
            <a:avLst/>
          </a:prstGeom>
        </p:spPr>
        <p:txBody>
          <a:bodyPr wrap="none">
            <a:spAutoFit/>
          </a:bodyPr>
          <a:lstStyle/>
          <a:p>
            <a:pPr algn="ctr"/>
            <a:r>
              <a:rPr lang="en-US" sz="2204" b="1" dirty="0">
                <a:latin typeface="Times New Roman"/>
              </a:rPr>
              <a:t>Results and Discussion</a:t>
            </a:r>
            <a:endParaRPr lang="en-US" sz="2204" dirty="0">
              <a:latin typeface="Times New Roman"/>
            </a:endParaRPr>
          </a:p>
        </p:txBody>
      </p:sp>
      <p:sp>
        <p:nvSpPr>
          <p:cNvPr id="5" name="Rectangle 4">
            <a:extLst>
              <a:ext uri="{FF2B5EF4-FFF2-40B4-BE49-F238E27FC236}">
                <a16:creationId xmlns:a16="http://schemas.microsoft.com/office/drawing/2014/main" id="{CCB67145-0401-5714-D7F7-A12BBA0088EE}"/>
              </a:ext>
            </a:extLst>
          </p:cNvPr>
          <p:cNvSpPr/>
          <p:nvPr/>
        </p:nvSpPr>
        <p:spPr>
          <a:xfrm>
            <a:off x="9577387" y="382587"/>
            <a:ext cx="922047" cy="431528"/>
          </a:xfrm>
          <a:prstGeom prst="rect">
            <a:avLst/>
          </a:prstGeom>
        </p:spPr>
        <p:txBody>
          <a:bodyPr wrap="none">
            <a:spAutoFit/>
          </a:bodyPr>
          <a:lstStyle/>
          <a:p>
            <a:pPr algn="ctr"/>
            <a:r>
              <a:rPr lang="en-US" sz="2204" b="1" dirty="0">
                <a:latin typeface="Times New Roman"/>
              </a:rPr>
              <a:t>Cont..</a:t>
            </a:r>
            <a:endParaRPr lang="en-US" sz="2204" dirty="0">
              <a:latin typeface="Times New Roman"/>
            </a:endParaRPr>
          </a:p>
        </p:txBody>
      </p:sp>
      <p:pic>
        <p:nvPicPr>
          <p:cNvPr id="7" name="Picture 6">
            <a:extLst>
              <a:ext uri="{FF2B5EF4-FFF2-40B4-BE49-F238E27FC236}">
                <a16:creationId xmlns:a16="http://schemas.microsoft.com/office/drawing/2014/main" id="{B9C4714D-7780-FE73-3A20-A97B82B2CF79}"/>
              </a:ext>
            </a:extLst>
          </p:cNvPr>
          <p:cNvPicPr>
            <a:picLocks noChangeAspect="1"/>
          </p:cNvPicPr>
          <p:nvPr/>
        </p:nvPicPr>
        <p:blipFill>
          <a:blip r:embed="rId2"/>
          <a:stretch>
            <a:fillRect/>
          </a:stretch>
        </p:blipFill>
        <p:spPr>
          <a:xfrm>
            <a:off x="216693" y="1022697"/>
            <a:ext cx="10186987" cy="5730180"/>
          </a:xfrm>
          <a:prstGeom prst="rect">
            <a:avLst/>
          </a:prstGeom>
        </p:spPr>
      </p:pic>
    </p:spTree>
    <p:extLst>
      <p:ext uri="{BB962C8B-B14F-4D97-AF65-F5344CB8AC3E}">
        <p14:creationId xmlns:p14="http://schemas.microsoft.com/office/powerpoint/2010/main" val="3009731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12</a:t>
            </a:fld>
            <a:endParaRPr lang="en-US"/>
          </a:p>
        </p:txBody>
      </p:sp>
      <p:sp>
        <p:nvSpPr>
          <p:cNvPr id="9" name="TextBox 1048725"/>
          <p:cNvSpPr txBox="1"/>
          <p:nvPr/>
        </p:nvSpPr>
        <p:spPr>
          <a:xfrm>
            <a:off x="3557587" y="382587"/>
            <a:ext cx="3953072" cy="846257"/>
          </a:xfrm>
          <a:prstGeom prst="rect">
            <a:avLst/>
          </a:prstGeom>
        </p:spPr>
        <p:txBody>
          <a:bodyPr wrap="square" rtlCol="0">
            <a:spAutoFit/>
          </a:bodyPr>
          <a:lstStyle/>
          <a:p>
            <a:pPr algn="ctr"/>
            <a:r>
              <a:rPr lang="en-US" sz="4899" b="1" dirty="0">
                <a:solidFill>
                  <a:srgbClr val="00B050"/>
                </a:solidFill>
                <a:latin typeface="Times New Roman" panose="02020603050405020304" pitchFamily="18" charset="0"/>
                <a:cs typeface="Times New Roman" panose="02020603050405020304" pitchFamily="18" charset="0"/>
              </a:rPr>
              <a:t>Conclusion</a:t>
            </a:r>
            <a:r>
              <a:rPr lang="en-US" sz="3429" b="1" dirty="0">
                <a:solidFill>
                  <a:srgbClr val="00B050"/>
                </a:solidFill>
              </a:rPr>
              <a:t> </a:t>
            </a:r>
          </a:p>
        </p:txBody>
      </p:sp>
      <p:sp>
        <p:nvSpPr>
          <p:cNvPr id="4" name="TextBox 3">
            <a:extLst>
              <a:ext uri="{FF2B5EF4-FFF2-40B4-BE49-F238E27FC236}">
                <a16:creationId xmlns:a16="http://schemas.microsoft.com/office/drawing/2014/main" id="{3B9EC9F9-E73F-0B24-1054-60454346226C}"/>
              </a:ext>
            </a:extLst>
          </p:cNvPr>
          <p:cNvSpPr txBox="1"/>
          <p:nvPr/>
        </p:nvSpPr>
        <p:spPr>
          <a:xfrm>
            <a:off x="885923" y="1449387"/>
            <a:ext cx="9296400" cy="2492990"/>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a:t>
            </a:r>
            <a:r>
              <a:rPr lang="en-US" sz="2600" dirty="0" err="1">
                <a:latin typeface="Times New Roman" panose="02020603050405020304" pitchFamily="18" charset="0"/>
                <a:cs typeface="Times New Roman" panose="02020603050405020304" pitchFamily="18" charset="0"/>
              </a:rPr>
              <a:t>HepaStage</a:t>
            </a:r>
            <a:r>
              <a:rPr lang="en-US" sz="2600" dirty="0">
                <a:latin typeface="Times New Roman" panose="02020603050405020304" pitchFamily="18" charset="0"/>
                <a:cs typeface="Times New Roman" panose="02020603050405020304" pitchFamily="18" charset="0"/>
              </a:rPr>
              <a:t> system successfully demonstrates the application of machine learning in predicting liver cirrhosis stages. It enables early detection, reduces diagnosis time, and provides reliable support for healthcare professionals. The project highlights the potential of artificial intelligence in improving medical diagnosis and patient outcomes.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7895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
        <p:nvSpPr>
          <p:cNvPr id="4" name="Title 1"/>
          <p:cNvSpPr txBox="1">
            <a:spLocks/>
          </p:cNvSpPr>
          <p:nvPr/>
        </p:nvSpPr>
        <p:spPr>
          <a:xfrm>
            <a:off x="1994970" y="131108"/>
            <a:ext cx="6343160" cy="621587"/>
          </a:xfrm>
          <a:prstGeom prst="rect">
            <a:avLst/>
          </a:prstGeom>
        </p:spPr>
        <p:txBody>
          <a:bodyPr/>
          <a:lstStyle>
            <a:lvl1pPr algn="l" rtl="0" eaLnBrk="1" latinLnBrk="0" hangingPunct="1">
              <a:spcBef>
                <a:spcPct val="0"/>
              </a:spcBef>
              <a:buNone/>
              <a:defRPr kumimoji="0" sz="4000" kern="1200">
                <a:solidFill>
                  <a:schemeClr val="tx2"/>
                </a:solidFill>
                <a:latin typeface="Times New Roman" panose="02020603050405020304" pitchFamily="18" charset="0"/>
                <a:ea typeface="+mj-ea"/>
                <a:cs typeface="Times New Roman" panose="02020603050405020304" pitchFamily="18" charset="0"/>
              </a:defRPr>
            </a:lvl1pPr>
          </a:lstStyle>
          <a:p>
            <a:pPr algn="ctr"/>
            <a:r>
              <a:rPr lang="en-US" sz="3429" b="1">
                <a:solidFill>
                  <a:srgbClr val="002060"/>
                </a:solidFill>
              </a:rPr>
              <a:t>Scope for Future Work</a:t>
            </a:r>
            <a:endParaRPr lang="en-US" sz="3429" b="1" dirty="0">
              <a:solidFill>
                <a:srgbClr val="002060"/>
              </a:solidFill>
            </a:endParaRPr>
          </a:p>
        </p:txBody>
      </p:sp>
      <p:sp>
        <p:nvSpPr>
          <p:cNvPr id="5" name="TextBox 4">
            <a:extLst>
              <a:ext uri="{FF2B5EF4-FFF2-40B4-BE49-F238E27FC236}">
                <a16:creationId xmlns:a16="http://schemas.microsoft.com/office/drawing/2014/main" id="{283F05F6-3E8B-2B98-1899-3D9E015C219B}"/>
              </a:ext>
            </a:extLst>
          </p:cNvPr>
          <p:cNvSpPr txBox="1"/>
          <p:nvPr/>
        </p:nvSpPr>
        <p:spPr>
          <a:xfrm>
            <a:off x="1004887" y="992187"/>
            <a:ext cx="8610600" cy="2092881"/>
          </a:xfrm>
          <a:prstGeom prst="rect">
            <a:avLst/>
          </a:prstGeom>
          <a:noFill/>
        </p:spPr>
        <p:txBody>
          <a:bodyPr wrap="square" rtlCol="0">
            <a:spAutoFit/>
          </a:bodyPr>
          <a:lstStyle/>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Add more medical parameters</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Improve accuracy using deep learning</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Deploy on cloud platforms</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Develop mobile application</a:t>
            </a:r>
          </a:p>
          <a:p>
            <a:pPr marL="285750" indent="-28575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Integrate with hospital systems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9824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2"/>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11992" tIns="55996" rIns="111992" bIns="55996" numCol="1" anchor="ctr" anchorCtr="0" compatLnSpc="1">
            <a:prstTxWarp prst="textNoShape">
              <a:avLst/>
            </a:prstTxWarp>
          </a:bodyPr>
          <a:lstStyle>
            <a:lvl1pPr>
              <a:defRPr>
                <a:solidFill>
                  <a:schemeClr val="tx1"/>
                </a:solidFill>
                <a:latin typeface="Perpetua" panose="02020502060401020303" pitchFamily="18" charset="0"/>
              </a:defRPr>
            </a:lvl1pPr>
            <a:lvl2pPr marL="909951" indent="-349982">
              <a:defRPr>
                <a:solidFill>
                  <a:schemeClr val="tx1"/>
                </a:solidFill>
                <a:latin typeface="Perpetua" panose="02020502060401020303" pitchFamily="18" charset="0"/>
              </a:defRPr>
            </a:lvl2pPr>
            <a:lvl3pPr marL="1399926" indent="-279985">
              <a:defRPr>
                <a:solidFill>
                  <a:schemeClr val="tx1"/>
                </a:solidFill>
                <a:latin typeface="Perpetua" panose="02020502060401020303" pitchFamily="18" charset="0"/>
              </a:defRPr>
            </a:lvl3pPr>
            <a:lvl4pPr marL="1959898" indent="-279985">
              <a:defRPr>
                <a:solidFill>
                  <a:schemeClr val="tx1"/>
                </a:solidFill>
                <a:latin typeface="Perpetua" panose="02020502060401020303" pitchFamily="18" charset="0"/>
              </a:defRPr>
            </a:lvl4pPr>
            <a:lvl5pPr marL="2519867" indent="-279985">
              <a:defRPr>
                <a:solidFill>
                  <a:schemeClr val="tx1"/>
                </a:solidFill>
                <a:latin typeface="Perpetua" panose="02020502060401020303" pitchFamily="18" charset="0"/>
              </a:defRPr>
            </a:lvl5pPr>
            <a:lvl6pPr marL="3079839" indent="-279985" fontAlgn="base">
              <a:spcBef>
                <a:spcPct val="0"/>
              </a:spcBef>
              <a:spcAft>
                <a:spcPct val="0"/>
              </a:spcAft>
              <a:defRPr>
                <a:solidFill>
                  <a:schemeClr val="tx1"/>
                </a:solidFill>
                <a:latin typeface="Perpetua" panose="02020502060401020303" pitchFamily="18" charset="0"/>
              </a:defRPr>
            </a:lvl6pPr>
            <a:lvl7pPr marL="3639807" indent="-279985" fontAlgn="base">
              <a:spcBef>
                <a:spcPct val="0"/>
              </a:spcBef>
              <a:spcAft>
                <a:spcPct val="0"/>
              </a:spcAft>
              <a:defRPr>
                <a:solidFill>
                  <a:schemeClr val="tx1"/>
                </a:solidFill>
                <a:latin typeface="Perpetua" panose="02020502060401020303" pitchFamily="18" charset="0"/>
              </a:defRPr>
            </a:lvl7pPr>
            <a:lvl8pPr marL="4199778" indent="-279985" fontAlgn="base">
              <a:spcBef>
                <a:spcPct val="0"/>
              </a:spcBef>
              <a:spcAft>
                <a:spcPct val="0"/>
              </a:spcAft>
              <a:defRPr>
                <a:solidFill>
                  <a:schemeClr val="tx1"/>
                </a:solidFill>
                <a:latin typeface="Perpetua" panose="02020502060401020303" pitchFamily="18" charset="0"/>
              </a:defRPr>
            </a:lvl8pPr>
            <a:lvl9pPr marL="4759749" indent="-279985" fontAlgn="base">
              <a:spcBef>
                <a:spcPct val="0"/>
              </a:spcBef>
              <a:spcAft>
                <a:spcPct val="0"/>
              </a:spcAft>
              <a:defRPr>
                <a:solidFill>
                  <a:schemeClr val="tx1"/>
                </a:solidFill>
                <a:latin typeface="Perpetua" panose="02020502060401020303" pitchFamily="18" charset="0"/>
              </a:defRPr>
            </a:lvl9pPr>
          </a:lstStyle>
          <a:p>
            <a:pPr fontAlgn="base">
              <a:spcBef>
                <a:spcPct val="0"/>
              </a:spcBef>
              <a:spcAft>
                <a:spcPct val="0"/>
              </a:spcAft>
            </a:pPr>
            <a:fld id="{C496AF17-ABA6-4DCD-8150-8BE27209D419}" type="datetime1">
              <a:rPr lang="en-US" altLang="en-US" smtClean="0">
                <a:solidFill>
                  <a:schemeClr val="tx2"/>
                </a:solidFill>
                <a:latin typeface="Times New Roman" panose="02020603050405020304" pitchFamily="18" charset="0"/>
              </a:rPr>
              <a:t>4/25/2026</a:t>
            </a:fld>
            <a:endParaRPr lang="en-US" altLang="en-US">
              <a:solidFill>
                <a:schemeClr val="tx2"/>
              </a:solidFill>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4A5DB25D-1D9E-428B-BE35-A0FB0ECB4DD5}" type="slidenum">
              <a:rPr lang="en-US"/>
              <a:pPr>
                <a:defRPr/>
              </a:pPr>
              <a:t>14</a:t>
            </a:fld>
            <a:endParaRPr lang="en-US"/>
          </a:p>
        </p:txBody>
      </p:sp>
      <p:sp>
        <p:nvSpPr>
          <p:cNvPr id="7" name="Title 1"/>
          <p:cNvSpPr>
            <a:spLocks noGrp="1"/>
          </p:cNvSpPr>
          <p:nvPr>
            <p:ph type="title"/>
          </p:nvPr>
        </p:nvSpPr>
        <p:spPr>
          <a:xfrm>
            <a:off x="0" y="9900"/>
            <a:ext cx="10435721" cy="710740"/>
          </a:xfrm>
        </p:spPr>
        <p:txBody>
          <a:bodyPr>
            <a:normAutofit fontScale="90000"/>
          </a:bodyPr>
          <a:lstStyle/>
          <a:p>
            <a:pPr algn="ctr"/>
            <a:r>
              <a:rPr lang="en-US" sz="3919" b="1" dirty="0">
                <a:solidFill>
                  <a:srgbClr val="FF0000"/>
                </a:solidFill>
              </a:rPr>
              <a:t>Acknowledgements</a:t>
            </a:r>
          </a:p>
        </p:txBody>
      </p:sp>
      <p:sp>
        <p:nvSpPr>
          <p:cNvPr id="9" name="Rectangle 3"/>
          <p:cNvSpPr/>
          <p:nvPr/>
        </p:nvSpPr>
        <p:spPr>
          <a:xfrm>
            <a:off x="128587" y="839787"/>
            <a:ext cx="10276203" cy="5823454"/>
          </a:xfrm>
          <a:prstGeom prst="rect">
            <a:avLst/>
          </a:prstGeom>
        </p:spPr>
        <p:txBody>
          <a:bodyPr wrap="square">
            <a:spAutoFit/>
          </a:bodyPr>
          <a:lstStyle/>
          <a:p>
            <a:pPr marL="111995" indent="-419978" algn="just">
              <a:lnSpc>
                <a:spcPct val="150000"/>
              </a:lnSpc>
              <a:buFont typeface="Wingdings" panose="05000000000000000000" pitchFamily="2" charset="2"/>
              <a:buChar char="Ø"/>
            </a:pPr>
            <a:r>
              <a:rPr lang="en-US" sz="1471" dirty="0">
                <a:latin typeface="Times New Roman" panose="02020603050405020304" pitchFamily="18" charset="0"/>
                <a:cs typeface="Times New Roman" panose="02020603050405020304" pitchFamily="18" charset="0"/>
              </a:rPr>
              <a:t>We as a team would like to articulate my profound gratitude and indebtedness to my guide </a:t>
            </a:r>
            <a:r>
              <a:rPr lang="en-US" sz="1471" b="1" dirty="0">
                <a:latin typeface="Times New Roman" panose="02020603050405020304" pitchFamily="18" charset="0"/>
                <a:cs typeface="Times New Roman" panose="02020603050405020304" pitchFamily="18" charset="0"/>
              </a:rPr>
              <a:t>Assistant</a:t>
            </a:r>
            <a:r>
              <a:rPr lang="en-US" sz="1471" dirty="0">
                <a:latin typeface="Times New Roman" panose="02020603050405020304" pitchFamily="18" charset="0"/>
                <a:cs typeface="Times New Roman" panose="02020603050405020304" pitchFamily="18" charset="0"/>
              </a:rPr>
              <a:t> </a:t>
            </a:r>
            <a:r>
              <a:rPr lang="en-US" sz="1471" b="1" dirty="0">
                <a:latin typeface="Times New Roman" panose="02020603050405020304" pitchFamily="18" charset="0"/>
                <a:cs typeface="Times New Roman" panose="02020603050405020304" pitchFamily="18" charset="0"/>
              </a:rPr>
              <a:t>Professor, </a:t>
            </a:r>
            <a:r>
              <a:rPr lang="en-US" sz="1471" b="1" dirty="0" err="1">
                <a:latin typeface="Times New Roman" panose="02020603050405020304" pitchFamily="18" charset="0"/>
                <a:cs typeface="Times New Roman" panose="02020603050405020304" pitchFamily="18" charset="0"/>
              </a:rPr>
              <a:t>J.Bindu</a:t>
            </a:r>
            <a:r>
              <a:rPr lang="en-US" sz="1471" b="1" dirty="0">
                <a:latin typeface="Times New Roman" panose="02020603050405020304" pitchFamily="18" charset="0"/>
                <a:cs typeface="Times New Roman" panose="02020603050405020304" pitchFamily="18" charset="0"/>
              </a:rPr>
              <a:t> </a:t>
            </a:r>
            <a:r>
              <a:rPr lang="en-US" sz="1471" b="1" dirty="0" err="1">
                <a:latin typeface="Times New Roman" panose="02020603050405020304" pitchFamily="18" charset="0"/>
                <a:cs typeface="Times New Roman" panose="02020603050405020304" pitchFamily="18" charset="0"/>
              </a:rPr>
              <a:t>kumar</a:t>
            </a:r>
            <a:r>
              <a:rPr lang="en-US" sz="1471" b="1" dirty="0">
                <a:latin typeface="Times New Roman" panose="02020603050405020304" pitchFamily="18" charset="0"/>
                <a:cs typeface="Times New Roman" panose="02020603050405020304" pitchFamily="18" charset="0"/>
              </a:rPr>
              <a:t> sir</a:t>
            </a:r>
            <a:r>
              <a:rPr lang="en-US" sz="1471" dirty="0">
                <a:latin typeface="Times New Roman" panose="02020603050405020304" pitchFamily="18" charset="0"/>
                <a:cs typeface="Times New Roman" panose="02020603050405020304" pitchFamily="18" charset="0"/>
              </a:rPr>
              <a:t>, of Artificial intelligence department, who has always been a constant motivation and guiding factor throughout the project period. It has been a great pleasure for me to get an opportunity to work under his guidance and complete the project successfully</a:t>
            </a:r>
          </a:p>
          <a:p>
            <a:pPr marL="111995" indent="-419978" algn="just">
              <a:lnSpc>
                <a:spcPct val="150000"/>
              </a:lnSpc>
              <a:buFont typeface="Wingdings" panose="05000000000000000000" pitchFamily="2" charset="2"/>
              <a:buChar char="Ø"/>
            </a:pPr>
            <a:r>
              <a:rPr lang="en-IN" sz="1471" dirty="0">
                <a:latin typeface="Times New Roman" panose="02020603050405020304" pitchFamily="18" charset="0"/>
                <a:cs typeface="Times New Roman" panose="02020603050405020304" pitchFamily="18" charset="0"/>
              </a:rPr>
              <a:t>We extend our gratitude to our </a:t>
            </a:r>
            <a:r>
              <a:rPr lang="en-IN" sz="1471" b="1" dirty="0">
                <a:latin typeface="Times New Roman" panose="02020603050405020304" pitchFamily="18" charset="0"/>
                <a:cs typeface="Times New Roman" panose="02020603050405020304" pitchFamily="18" charset="0"/>
              </a:rPr>
              <a:t>Principal </a:t>
            </a:r>
            <a:r>
              <a:rPr lang="en-IN" sz="1471" b="1" dirty="0" err="1">
                <a:solidFill>
                  <a:srgbClr val="00B050"/>
                </a:solidFill>
                <a:latin typeface="Times New Roman" panose="02020603050405020304" pitchFamily="18" charset="0"/>
                <a:cs typeface="Times New Roman" panose="02020603050405020304" pitchFamily="18" charset="0"/>
              </a:rPr>
              <a:t>Dr.N.Styanarayana</a:t>
            </a:r>
            <a:r>
              <a:rPr lang="en-IN" sz="1471" b="1" dirty="0">
                <a:solidFill>
                  <a:srgbClr val="00B050"/>
                </a:solidFill>
                <a:latin typeface="Times New Roman" panose="02020603050405020304" pitchFamily="18" charset="0"/>
                <a:cs typeface="Times New Roman" panose="02020603050405020304" pitchFamily="18" charset="0"/>
              </a:rPr>
              <a:t> sir</a:t>
            </a:r>
            <a:r>
              <a:rPr lang="en-IN" sz="1471" dirty="0">
                <a:latin typeface="Times New Roman" panose="02020603050405020304" pitchFamily="18" charset="0"/>
                <a:cs typeface="Times New Roman" panose="02020603050405020304" pitchFamily="18" charset="0"/>
              </a:rPr>
              <a:t>, </a:t>
            </a:r>
            <a:r>
              <a:rPr lang="en-IN" sz="1471" b="1" dirty="0" err="1">
                <a:latin typeface="Times New Roman" panose="02020603050405020304" pitchFamily="18" charset="0"/>
                <a:cs typeface="Times New Roman" panose="02020603050405020304" pitchFamily="18" charset="0"/>
              </a:rPr>
              <a:t>Lingaya’s</a:t>
            </a:r>
            <a:r>
              <a:rPr lang="en-IN" sz="1471" b="1" dirty="0">
                <a:latin typeface="Times New Roman" panose="02020603050405020304" pitchFamily="18" charset="0"/>
                <a:cs typeface="Times New Roman" panose="02020603050405020304" pitchFamily="18" charset="0"/>
              </a:rPr>
              <a:t> Institute of Management &amp; Technology </a:t>
            </a:r>
            <a:r>
              <a:rPr lang="en-IN" sz="1471" dirty="0">
                <a:latin typeface="Times New Roman" panose="02020603050405020304" pitchFamily="18" charset="0"/>
                <a:cs typeface="Times New Roman" panose="02020603050405020304" pitchFamily="18" charset="0"/>
              </a:rPr>
              <a:t>for his encouragement and facilities provided during the course of project.</a:t>
            </a:r>
          </a:p>
          <a:p>
            <a:pPr marL="111995" indent="-419978" algn="just">
              <a:lnSpc>
                <a:spcPct val="150000"/>
              </a:lnSpc>
              <a:buFont typeface="Wingdings" panose="05000000000000000000" pitchFamily="2" charset="2"/>
              <a:buChar char="Ø"/>
            </a:pPr>
            <a:r>
              <a:rPr lang="en-US" sz="1471" dirty="0">
                <a:latin typeface="Times New Roman" panose="02020603050405020304" pitchFamily="18" charset="0"/>
                <a:cs typeface="Times New Roman" panose="02020603050405020304" pitchFamily="18" charset="0"/>
              </a:rPr>
              <a:t>My sincere thanks to Prof. Swarup sir, Assistant Professor, department of Artificial intelligence engineering for his encouragement and technical support in completing the project work well in time. </a:t>
            </a:r>
          </a:p>
          <a:p>
            <a:pPr marL="111995" indent="-419978" algn="just">
              <a:lnSpc>
                <a:spcPct val="150000"/>
              </a:lnSpc>
              <a:buFont typeface="Wingdings" panose="05000000000000000000" pitchFamily="2" charset="2"/>
              <a:buChar char="Ø"/>
            </a:pPr>
            <a:r>
              <a:rPr lang="en-IN" sz="1471" dirty="0">
                <a:latin typeface="Times New Roman" panose="02020603050405020304" pitchFamily="18" charset="0"/>
                <a:cs typeface="Times New Roman" panose="02020603050405020304" pitchFamily="18" charset="0"/>
              </a:rPr>
              <a:t>We would like to articulate our beloved </a:t>
            </a:r>
            <a:r>
              <a:rPr lang="en-IN" sz="1471" b="1" dirty="0">
                <a:latin typeface="Times New Roman" panose="02020603050405020304" pitchFamily="18" charset="0"/>
                <a:cs typeface="Times New Roman" panose="02020603050405020304" pitchFamily="18" charset="0"/>
              </a:rPr>
              <a:t>Chairman </a:t>
            </a:r>
            <a:r>
              <a:rPr lang="en-IN" sz="1471" b="1" dirty="0">
                <a:solidFill>
                  <a:srgbClr val="00B050"/>
                </a:solidFill>
                <a:latin typeface="Times New Roman" panose="02020603050405020304" pitchFamily="18" charset="0"/>
                <a:cs typeface="Times New Roman" panose="02020603050405020304" pitchFamily="18" charset="0"/>
              </a:rPr>
              <a:t>Mr. </a:t>
            </a:r>
            <a:r>
              <a:rPr lang="en-IN" sz="1471" b="1" dirty="0" err="1">
                <a:solidFill>
                  <a:srgbClr val="00B050"/>
                </a:solidFill>
                <a:latin typeface="Times New Roman" panose="02020603050405020304" pitchFamily="18" charset="0"/>
                <a:cs typeface="Times New Roman" panose="02020603050405020304" pitchFamily="18" charset="0"/>
              </a:rPr>
              <a:t>Rajling</a:t>
            </a:r>
            <a:r>
              <a:rPr lang="en-IN" sz="1471" b="1" dirty="0">
                <a:solidFill>
                  <a:srgbClr val="00B050"/>
                </a:solidFill>
                <a:latin typeface="Times New Roman" panose="02020603050405020304" pitchFamily="18" charset="0"/>
                <a:cs typeface="Times New Roman" panose="02020603050405020304" pitchFamily="18" charset="0"/>
              </a:rPr>
              <a:t> Gadde</a:t>
            </a:r>
            <a:r>
              <a:rPr lang="en-IN" sz="1471" dirty="0">
                <a:latin typeface="Times New Roman" panose="02020603050405020304" pitchFamily="18" charset="0"/>
                <a:cs typeface="Times New Roman" panose="02020603050405020304" pitchFamily="18" charset="0"/>
              </a:rPr>
              <a:t>, </a:t>
            </a:r>
            <a:r>
              <a:rPr lang="en-IN" sz="1471" b="1" dirty="0" err="1">
                <a:latin typeface="Times New Roman" panose="02020603050405020304" pitchFamily="18" charset="0"/>
                <a:cs typeface="Times New Roman" panose="02020603050405020304" pitchFamily="18" charset="0"/>
              </a:rPr>
              <a:t>Lingaya’s</a:t>
            </a:r>
            <a:r>
              <a:rPr lang="en-IN" sz="1471" b="1" dirty="0">
                <a:latin typeface="Times New Roman" panose="02020603050405020304" pitchFamily="18" charset="0"/>
                <a:cs typeface="Times New Roman" panose="02020603050405020304" pitchFamily="18" charset="0"/>
              </a:rPr>
              <a:t> Institute of Management &amp; Technology </a:t>
            </a:r>
            <a:r>
              <a:rPr lang="en-IN" sz="1471" dirty="0">
                <a:latin typeface="Times New Roman" panose="02020603050405020304" pitchFamily="18" charset="0"/>
                <a:cs typeface="Times New Roman" panose="02020603050405020304" pitchFamily="18" charset="0"/>
              </a:rPr>
              <a:t>for his great motivation and encouragement towards the project work.</a:t>
            </a:r>
          </a:p>
          <a:p>
            <a:pPr marL="111995" indent="-419978" algn="just">
              <a:lnSpc>
                <a:spcPct val="150000"/>
              </a:lnSpc>
              <a:buFont typeface="Wingdings" panose="05000000000000000000" pitchFamily="2" charset="2"/>
              <a:buChar char="Ø"/>
            </a:pPr>
            <a:r>
              <a:rPr lang="en-IN" sz="1471" dirty="0">
                <a:latin typeface="Times New Roman" panose="02020603050405020304" pitchFamily="18" charset="0"/>
                <a:cs typeface="Times New Roman" panose="02020603050405020304" pitchFamily="18" charset="0"/>
              </a:rPr>
              <a:t>We are grateful to other staff members of </a:t>
            </a:r>
            <a:r>
              <a:rPr lang="en-US" sz="1471" dirty="0">
                <a:latin typeface="Times New Roman" panose="02020603050405020304" pitchFamily="18" charset="0"/>
                <a:cs typeface="Times New Roman" panose="02020603050405020304" pitchFamily="18" charset="0"/>
              </a:rPr>
              <a:t>Artificial intelligence</a:t>
            </a:r>
            <a:r>
              <a:rPr lang="en-IN" sz="1471" dirty="0">
                <a:latin typeface="Times New Roman" panose="02020603050405020304" pitchFamily="18" charset="0"/>
                <a:cs typeface="Times New Roman" panose="02020603050405020304" pitchFamily="18" charset="0"/>
              </a:rPr>
              <a:t> department for co-operating with us throughout our  project.</a:t>
            </a:r>
          </a:p>
          <a:p>
            <a:pPr marL="111995" indent="-419978" algn="just">
              <a:lnSpc>
                <a:spcPct val="150000"/>
              </a:lnSpc>
              <a:buFont typeface="Wingdings" panose="05000000000000000000" pitchFamily="2" charset="2"/>
              <a:buChar char="Ø"/>
            </a:pPr>
            <a:r>
              <a:rPr lang="en-US" sz="1471" dirty="0">
                <a:latin typeface="Times New Roman" panose="02020603050405020304" pitchFamily="18" charset="0"/>
                <a:cs typeface="Times New Roman" panose="02020603050405020304" pitchFamily="18" charset="0"/>
              </a:rPr>
              <a:t>We thank labs faculty of the Artificial intelligence department for their support and helping us in all the labs </a:t>
            </a:r>
          </a:p>
          <a:p>
            <a:pPr marL="111995" indent="-419978" algn="just">
              <a:lnSpc>
                <a:spcPct val="150000"/>
              </a:lnSpc>
              <a:buFont typeface="Wingdings" panose="05000000000000000000" pitchFamily="2" charset="2"/>
              <a:buChar char="Ø"/>
            </a:pPr>
            <a:r>
              <a:rPr lang="en-US" sz="1471" dirty="0">
                <a:latin typeface="Times New Roman" panose="02020603050405020304" pitchFamily="18" charset="0"/>
                <a:cs typeface="Times New Roman" panose="02020603050405020304" pitchFamily="18" charset="0"/>
              </a:rPr>
              <a:t>We thank all the previous faculty of our institute in helping us to gain knowledge in Artificial intelligence department </a:t>
            </a:r>
          </a:p>
          <a:p>
            <a:pPr marL="111995" indent="-419978" algn="just">
              <a:lnSpc>
                <a:spcPct val="150000"/>
              </a:lnSpc>
              <a:buFont typeface="Wingdings" panose="05000000000000000000" pitchFamily="2" charset="2"/>
              <a:buChar char="Ø"/>
            </a:pPr>
            <a:r>
              <a:rPr lang="en-US" sz="1471" dirty="0">
                <a:latin typeface="Times New Roman" panose="02020603050405020304" pitchFamily="18" charset="0"/>
                <a:cs typeface="Times New Roman" panose="02020603050405020304" pitchFamily="18" charset="0"/>
              </a:rPr>
              <a:t>We thank the library facility available in LIMAT</a:t>
            </a:r>
          </a:p>
          <a:p>
            <a:pPr marL="111995" indent="-419978" algn="just">
              <a:lnSpc>
                <a:spcPct val="150000"/>
              </a:lnSpc>
              <a:buFont typeface="Wingdings" panose="05000000000000000000" pitchFamily="2" charset="2"/>
              <a:buChar char="Ø"/>
            </a:pPr>
            <a:r>
              <a:rPr lang="en-US" sz="1471" dirty="0">
                <a:latin typeface="Times New Roman" panose="02020603050405020304" pitchFamily="18" charset="0"/>
                <a:cs typeface="Times New Roman" panose="02020603050405020304" pitchFamily="18" charset="0"/>
              </a:rPr>
              <a:t>We  thank all our  friends and batch mates' of B Tech 2023-2027 batch who were with us during thick and thin of project time and were great support throughout the undergraduate period</a:t>
            </a:r>
          </a:p>
          <a:p>
            <a:pPr marL="111995" indent="-419978" algn="just">
              <a:lnSpc>
                <a:spcPct val="150000"/>
              </a:lnSpc>
              <a:buFont typeface="Wingdings" panose="05000000000000000000" pitchFamily="2" charset="2"/>
              <a:buChar char="Ø"/>
            </a:pPr>
            <a:r>
              <a:rPr lang="en-US" sz="1471" dirty="0">
                <a:latin typeface="Times New Roman" panose="02020603050405020304" pitchFamily="18" charset="0"/>
                <a:cs typeface="Times New Roman" panose="02020603050405020304" pitchFamily="18" charset="0"/>
              </a:rPr>
              <a:t>In one way or another many people have contributed to the completion of this project work; It is difficult to acknowledge all of them. We have mention only some.</a:t>
            </a:r>
          </a:p>
        </p:txBody>
      </p:sp>
    </p:spTree>
    <p:extLst>
      <p:ext uri="{BB962C8B-B14F-4D97-AF65-F5344CB8AC3E}">
        <p14:creationId xmlns:p14="http://schemas.microsoft.com/office/powerpoint/2010/main" val="115187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3B92C4-D010-47BC-A862-1BE01E9E37BB}" type="datetime1">
              <a:rPr lang="en-US" smtClean="0"/>
              <a:t>4/25/2026</a:t>
            </a:fld>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
        <p:nvSpPr>
          <p:cNvPr id="4" name="Title 1"/>
          <p:cNvSpPr txBox="1">
            <a:spLocks/>
          </p:cNvSpPr>
          <p:nvPr/>
        </p:nvSpPr>
        <p:spPr>
          <a:xfrm>
            <a:off x="1957387" y="230187"/>
            <a:ext cx="7080879" cy="1058183"/>
          </a:xfrm>
          <a:prstGeom prst="rect">
            <a:avLst/>
          </a:prstGeom>
        </p:spPr>
        <p:txBody>
          <a:bodyPr/>
          <a:lstStyle>
            <a:lvl1pPr algn="l" rtl="0" eaLnBrk="1" latinLnBrk="0" hangingPunct="1">
              <a:spcBef>
                <a:spcPct val="0"/>
              </a:spcBef>
              <a:buNone/>
              <a:defRPr kumimoji="0" sz="4000" kern="1200">
                <a:solidFill>
                  <a:schemeClr val="tx2"/>
                </a:solidFill>
                <a:latin typeface="Times New Roman" panose="02020603050405020304" pitchFamily="18" charset="0"/>
                <a:ea typeface="+mj-ea"/>
                <a:cs typeface="Times New Roman" panose="02020603050405020304" pitchFamily="18" charset="0"/>
              </a:defRPr>
            </a:lvl1pPr>
          </a:lstStyle>
          <a:p>
            <a:pPr algn="ctr"/>
            <a:r>
              <a:rPr lang="en-US" sz="4899" b="1" dirty="0">
                <a:solidFill>
                  <a:srgbClr val="002060"/>
                </a:solidFill>
                <a:latin typeface="Times New Roman"/>
              </a:rPr>
              <a:t>References/Bibliography </a:t>
            </a:r>
          </a:p>
        </p:txBody>
      </p:sp>
      <p:sp>
        <p:nvSpPr>
          <p:cNvPr id="5" name="Rectangle 4"/>
          <p:cNvSpPr/>
          <p:nvPr/>
        </p:nvSpPr>
        <p:spPr>
          <a:xfrm>
            <a:off x="247981" y="1360612"/>
            <a:ext cx="9799335" cy="5630196"/>
          </a:xfrm>
          <a:prstGeom prst="rect">
            <a:avLst/>
          </a:prstGeom>
        </p:spPr>
        <p:txBody>
          <a:bodyPr wrap="square">
            <a:spAutoFit/>
          </a:bodyPr>
          <a:lstStyle/>
          <a:p>
            <a:r>
              <a:rPr lang="en-IN" sz="2400" dirty="0"/>
              <a:t>Yan, J., Jiao, H., Pu, W., Shi, C., Dai, J., &amp; Liu, H. (2022). Radar sensor network resource allocation for fused target tracking: A brief review. </a:t>
            </a:r>
            <a:r>
              <a:rPr lang="en-IN" sz="2400" i="1" dirty="0"/>
              <a:t>Information Fusion, 86</a:t>
            </a:r>
            <a:r>
              <a:rPr lang="en-IN" sz="2400" dirty="0"/>
              <a:t>, 104–115.</a:t>
            </a:r>
          </a:p>
          <a:p>
            <a:r>
              <a:rPr lang="en-IN" sz="2400" dirty="0"/>
              <a:t>Friedman, J. H. (2001). Greedy function approximation: A gradient boosting machine. </a:t>
            </a:r>
            <a:r>
              <a:rPr lang="en-IN" sz="2400" i="1" dirty="0"/>
              <a:t>Annals of Statistics, 29</a:t>
            </a:r>
            <a:r>
              <a:rPr lang="en-IN" sz="2400" dirty="0"/>
              <a:t>(5), 1189–1232.</a:t>
            </a:r>
          </a:p>
          <a:p>
            <a:r>
              <a:rPr lang="en-IN" sz="2400" dirty="0" err="1"/>
              <a:t>Breiman</a:t>
            </a:r>
            <a:r>
              <a:rPr lang="en-IN" sz="2400" dirty="0"/>
              <a:t>, L. (2001). Random forests. </a:t>
            </a:r>
            <a:r>
              <a:rPr lang="en-IN" sz="2400" i="1" dirty="0"/>
              <a:t>Machine Learning, 45</a:t>
            </a:r>
            <a:r>
              <a:rPr lang="en-IN" sz="2400" dirty="0"/>
              <a:t>(1), 5–32.</a:t>
            </a:r>
          </a:p>
          <a:p>
            <a:r>
              <a:rPr lang="en-IN" sz="2400" dirty="0"/>
              <a:t>Pedregosa, F., </a:t>
            </a:r>
            <a:r>
              <a:rPr lang="en-IN" sz="2400" dirty="0" err="1"/>
              <a:t>Varoquaux</a:t>
            </a:r>
            <a:r>
              <a:rPr lang="en-IN" sz="2400" dirty="0"/>
              <a:t>, G., </a:t>
            </a:r>
            <a:r>
              <a:rPr lang="en-IN" sz="2400" dirty="0" err="1"/>
              <a:t>Gramfort</a:t>
            </a:r>
            <a:r>
              <a:rPr lang="en-IN" sz="2400" dirty="0"/>
              <a:t>, A., Michel, V., Thirion, B., Grisel, O., et al. (2011). Scikit-learn: Machine learning in Python. </a:t>
            </a:r>
            <a:r>
              <a:rPr lang="en-IN" sz="2400" i="1" dirty="0"/>
              <a:t>Journal of Machine Learning Research, 12</a:t>
            </a:r>
            <a:r>
              <a:rPr lang="en-IN" sz="2400" dirty="0"/>
              <a:t>, 2825–2830.</a:t>
            </a:r>
          </a:p>
          <a:p>
            <a:r>
              <a:rPr lang="en-IN" sz="2400" dirty="0"/>
              <a:t>World Health Organization. (2023). Liver cirrhosis and chronic liver diseases. Retrieved from </a:t>
            </a:r>
            <a:r>
              <a:rPr lang="en-IN" sz="2400" dirty="0">
                <a:hlinkClick r:id="rId2">
                  <a:extLst>
                    <a:ext uri="{A12FA001-AC4F-418D-AE19-62706E023703}">
                      <ahyp:hlinkClr xmlns:ahyp="http://schemas.microsoft.com/office/drawing/2018/hyperlinkcolor" val="tx"/>
                    </a:ext>
                  </a:extLst>
                </a:hlinkClick>
              </a:rPr>
              <a:t>https://www.who.int</a:t>
            </a:r>
            <a:endParaRPr lang="en-IN" sz="2400" dirty="0"/>
          </a:p>
          <a:p>
            <a:r>
              <a:rPr lang="en-IN" sz="2400" dirty="0"/>
              <a:t>Kaggle. (2023). Cirrhosis prediction dataset. Retrieved from </a:t>
            </a:r>
            <a:r>
              <a:rPr lang="en-IN" sz="2400" dirty="0">
                <a:hlinkClick r:id="rId3">
                  <a:extLst>
                    <a:ext uri="{A12FA001-AC4F-418D-AE19-62706E023703}">
                      <ahyp:hlinkClr xmlns:ahyp="http://schemas.microsoft.com/office/drawing/2018/hyperlinkcolor" val="tx"/>
                    </a:ext>
                  </a:extLst>
                </a:hlinkClick>
              </a:rPr>
              <a:t>https://www.kaggle.com</a:t>
            </a:r>
            <a:endParaRPr lang="en-IN" sz="2400" dirty="0"/>
          </a:p>
          <a:p>
            <a:r>
              <a:rPr lang="en-IN" sz="2400" dirty="0"/>
              <a:t>Han, J., Kamber, M., &amp; Pei, J. (2011). </a:t>
            </a:r>
            <a:r>
              <a:rPr lang="en-IN" sz="2400" i="1" dirty="0"/>
              <a:t>Data mining: Concepts and techniques</a:t>
            </a:r>
            <a:r>
              <a:rPr lang="en-IN" sz="2400" dirty="0"/>
              <a:t> (3rd ed.). Morgan Kaufmann.</a:t>
            </a:r>
          </a:p>
          <a:p>
            <a:pPr marL="559972" algn="just">
              <a:lnSpc>
                <a:spcPct val="115000"/>
              </a:lnSpc>
              <a:spcAft>
                <a:spcPts val="1225"/>
              </a:spcAft>
              <a:tabLst>
                <a:tab pos="279985" algn="l"/>
              </a:tabLst>
            </a:pPr>
            <a:endParaRPr lang="en-US" sz="2204"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01139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2"/>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11992" tIns="55996" rIns="111992" bIns="55996" numCol="1" anchor="ctr" anchorCtr="0" compatLnSpc="1">
            <a:prstTxWarp prst="textNoShape">
              <a:avLst/>
            </a:prstTxWarp>
          </a:bodyPr>
          <a:lstStyle>
            <a:lvl1pPr>
              <a:defRPr>
                <a:solidFill>
                  <a:schemeClr val="tx1"/>
                </a:solidFill>
                <a:latin typeface="Perpetua" panose="02020502060401020303" pitchFamily="18" charset="0"/>
              </a:defRPr>
            </a:lvl1pPr>
            <a:lvl2pPr marL="909951" indent="-349982">
              <a:defRPr>
                <a:solidFill>
                  <a:schemeClr val="tx1"/>
                </a:solidFill>
                <a:latin typeface="Perpetua" panose="02020502060401020303" pitchFamily="18" charset="0"/>
              </a:defRPr>
            </a:lvl2pPr>
            <a:lvl3pPr marL="1399926" indent="-279985">
              <a:defRPr>
                <a:solidFill>
                  <a:schemeClr val="tx1"/>
                </a:solidFill>
                <a:latin typeface="Perpetua" panose="02020502060401020303" pitchFamily="18" charset="0"/>
              </a:defRPr>
            </a:lvl3pPr>
            <a:lvl4pPr marL="1959898" indent="-279985">
              <a:defRPr>
                <a:solidFill>
                  <a:schemeClr val="tx1"/>
                </a:solidFill>
                <a:latin typeface="Perpetua" panose="02020502060401020303" pitchFamily="18" charset="0"/>
              </a:defRPr>
            </a:lvl4pPr>
            <a:lvl5pPr marL="2519867" indent="-279985">
              <a:defRPr>
                <a:solidFill>
                  <a:schemeClr val="tx1"/>
                </a:solidFill>
                <a:latin typeface="Perpetua" panose="02020502060401020303" pitchFamily="18" charset="0"/>
              </a:defRPr>
            </a:lvl5pPr>
            <a:lvl6pPr marL="3079839" indent="-279985" fontAlgn="base">
              <a:spcBef>
                <a:spcPct val="0"/>
              </a:spcBef>
              <a:spcAft>
                <a:spcPct val="0"/>
              </a:spcAft>
              <a:defRPr>
                <a:solidFill>
                  <a:schemeClr val="tx1"/>
                </a:solidFill>
                <a:latin typeface="Perpetua" panose="02020502060401020303" pitchFamily="18" charset="0"/>
              </a:defRPr>
            </a:lvl6pPr>
            <a:lvl7pPr marL="3639807" indent="-279985" fontAlgn="base">
              <a:spcBef>
                <a:spcPct val="0"/>
              </a:spcBef>
              <a:spcAft>
                <a:spcPct val="0"/>
              </a:spcAft>
              <a:defRPr>
                <a:solidFill>
                  <a:schemeClr val="tx1"/>
                </a:solidFill>
                <a:latin typeface="Perpetua" panose="02020502060401020303" pitchFamily="18" charset="0"/>
              </a:defRPr>
            </a:lvl7pPr>
            <a:lvl8pPr marL="4199778" indent="-279985" fontAlgn="base">
              <a:spcBef>
                <a:spcPct val="0"/>
              </a:spcBef>
              <a:spcAft>
                <a:spcPct val="0"/>
              </a:spcAft>
              <a:defRPr>
                <a:solidFill>
                  <a:schemeClr val="tx1"/>
                </a:solidFill>
                <a:latin typeface="Perpetua" panose="02020502060401020303" pitchFamily="18" charset="0"/>
              </a:defRPr>
            </a:lvl8pPr>
            <a:lvl9pPr marL="4759749" indent="-279985" fontAlgn="base">
              <a:spcBef>
                <a:spcPct val="0"/>
              </a:spcBef>
              <a:spcAft>
                <a:spcPct val="0"/>
              </a:spcAft>
              <a:defRPr>
                <a:solidFill>
                  <a:schemeClr val="tx1"/>
                </a:solidFill>
                <a:latin typeface="Perpetua" panose="02020502060401020303" pitchFamily="18" charset="0"/>
              </a:defRPr>
            </a:lvl9pPr>
          </a:lstStyle>
          <a:p>
            <a:pPr fontAlgn="base">
              <a:spcBef>
                <a:spcPct val="0"/>
              </a:spcBef>
              <a:spcAft>
                <a:spcPct val="0"/>
              </a:spcAft>
            </a:pPr>
            <a:fld id="{C496AF17-ABA6-4DCD-8150-8BE27209D419}" type="datetime1">
              <a:rPr lang="en-US" altLang="en-US" smtClean="0">
                <a:solidFill>
                  <a:schemeClr val="tx2"/>
                </a:solidFill>
                <a:latin typeface="Times New Roman" panose="02020603050405020304" pitchFamily="18" charset="0"/>
              </a:rPr>
              <a:t>4/25/2026</a:t>
            </a:fld>
            <a:endParaRPr lang="en-US" altLang="en-US">
              <a:solidFill>
                <a:schemeClr val="tx2"/>
              </a:solidFill>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4A5DB25D-1D9E-428B-BE35-A0FB0ECB4DD5}" type="slidenum">
              <a:rPr lang="en-US"/>
              <a:pPr>
                <a:defRPr/>
              </a:pPr>
              <a:t>16</a:t>
            </a:fld>
            <a:endParaRPr lang="en-US"/>
          </a:p>
        </p:txBody>
      </p:sp>
      <p:sp>
        <p:nvSpPr>
          <p:cNvPr id="12292" name="Rectangle 5"/>
          <p:cNvSpPr>
            <a:spLocks noChangeArrowheads="1"/>
          </p:cNvSpPr>
          <p:nvPr/>
        </p:nvSpPr>
        <p:spPr bwMode="auto">
          <a:xfrm>
            <a:off x="435800" y="2954521"/>
            <a:ext cx="9867383" cy="1901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Perpetua" panose="02020502060401020303" pitchFamily="18" charset="0"/>
              </a:defRPr>
            </a:lvl1pPr>
            <a:lvl2pPr marL="742950" indent="-285750">
              <a:defRPr>
                <a:solidFill>
                  <a:schemeClr val="tx1"/>
                </a:solidFill>
                <a:latin typeface="Perpetua" panose="02020502060401020303" pitchFamily="18" charset="0"/>
              </a:defRPr>
            </a:lvl2pPr>
            <a:lvl3pPr marL="1143000" indent="-228600">
              <a:defRPr>
                <a:solidFill>
                  <a:schemeClr val="tx1"/>
                </a:solidFill>
                <a:latin typeface="Perpetua" panose="02020502060401020303" pitchFamily="18" charset="0"/>
              </a:defRPr>
            </a:lvl3pPr>
            <a:lvl4pPr marL="1600200" indent="-228600">
              <a:defRPr>
                <a:solidFill>
                  <a:schemeClr val="tx1"/>
                </a:solidFill>
                <a:latin typeface="Perpetua" panose="02020502060401020303" pitchFamily="18" charset="0"/>
              </a:defRPr>
            </a:lvl4pPr>
            <a:lvl5pPr marL="2057400" indent="-228600">
              <a:defRPr>
                <a:solidFill>
                  <a:schemeClr val="tx1"/>
                </a:solidFill>
                <a:latin typeface="Perpetua" panose="02020502060401020303" pitchFamily="18" charset="0"/>
              </a:defRPr>
            </a:lvl5pPr>
            <a:lvl6pPr marL="2514600" indent="-228600" fontAlgn="base">
              <a:spcBef>
                <a:spcPct val="0"/>
              </a:spcBef>
              <a:spcAft>
                <a:spcPct val="0"/>
              </a:spcAft>
              <a:defRPr>
                <a:solidFill>
                  <a:schemeClr val="tx1"/>
                </a:solidFill>
                <a:latin typeface="Perpetua" panose="02020502060401020303" pitchFamily="18" charset="0"/>
              </a:defRPr>
            </a:lvl6pPr>
            <a:lvl7pPr marL="2971800" indent="-228600" fontAlgn="base">
              <a:spcBef>
                <a:spcPct val="0"/>
              </a:spcBef>
              <a:spcAft>
                <a:spcPct val="0"/>
              </a:spcAft>
              <a:defRPr>
                <a:solidFill>
                  <a:schemeClr val="tx1"/>
                </a:solidFill>
                <a:latin typeface="Perpetua" panose="02020502060401020303" pitchFamily="18" charset="0"/>
              </a:defRPr>
            </a:lvl7pPr>
            <a:lvl8pPr marL="3429000" indent="-228600" fontAlgn="base">
              <a:spcBef>
                <a:spcPct val="0"/>
              </a:spcBef>
              <a:spcAft>
                <a:spcPct val="0"/>
              </a:spcAft>
              <a:defRPr>
                <a:solidFill>
                  <a:schemeClr val="tx1"/>
                </a:solidFill>
                <a:latin typeface="Perpetua" panose="02020502060401020303" pitchFamily="18" charset="0"/>
              </a:defRPr>
            </a:lvl8pPr>
            <a:lvl9pPr marL="3886200" indent="-228600" fontAlgn="base">
              <a:spcBef>
                <a:spcPct val="0"/>
              </a:spcBef>
              <a:spcAft>
                <a:spcPct val="0"/>
              </a:spcAft>
              <a:defRPr>
                <a:solidFill>
                  <a:schemeClr val="tx1"/>
                </a:solidFill>
                <a:latin typeface="Perpetua" panose="02020502060401020303" pitchFamily="18" charset="0"/>
              </a:defRPr>
            </a:lvl9pPr>
          </a:lstStyle>
          <a:p>
            <a:pPr algn="ctr"/>
            <a:r>
              <a:rPr lang="en-US" altLang="en-US" sz="11758" b="1" dirty="0"/>
              <a:t>Thank You</a:t>
            </a:r>
          </a:p>
        </p:txBody>
      </p:sp>
    </p:spTree>
    <p:extLst>
      <p:ext uri="{BB962C8B-B14F-4D97-AF65-F5344CB8AC3E}">
        <p14:creationId xmlns:p14="http://schemas.microsoft.com/office/powerpoint/2010/main" val="5205913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12724</TotalTime>
  <Words>1032</Words>
  <Application>Microsoft Office PowerPoint</Application>
  <PresentationFormat>Custom</PresentationFormat>
  <Paragraphs>143</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Batang</vt:lpstr>
      <vt:lpstr>Arial</vt:lpstr>
      <vt:lpstr>Berlin Sans FB</vt:lpstr>
      <vt:lpstr>Calibri</vt:lpstr>
      <vt:lpstr>Noto Sans Symbols</vt:lpstr>
      <vt:lpstr>Segoe UI</vt:lpstr>
      <vt:lpstr>Times New Roman</vt:lpstr>
      <vt:lpstr>Wingdings</vt:lpstr>
      <vt:lpstr>Wingdings 2</vt:lpstr>
      <vt:lpstr>Equity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Acknowledgements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Gopi</dc:creator>
  <cp:lastModifiedBy>MANI CHANDRA</cp:lastModifiedBy>
  <cp:revision>1595</cp:revision>
  <dcterms:created xsi:type="dcterms:W3CDTF">2006-08-16T00:00:00Z</dcterms:created>
  <dcterms:modified xsi:type="dcterms:W3CDTF">2026-04-25T03:04:47Z</dcterms:modified>
</cp:coreProperties>
</file>